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88825"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F4BECD3-1946-49B8-A077-205F1168E22D}">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F4BECD3-1946-49B8-A077-205F1168E22D}" styleName="CVS Table 1">
    <a:wholeTbl>
      <a:tcTxStyle>
        <a:fontRef idx="minor">
          <a:prstClr val="black"/>
        </a:fontRef>
        <a:schemeClr val="tx2"/>
      </a:tcTxStyle>
      <a:tcStyle>
        <a:tcBdr>
          <a:left>
            <a:ln w="0" cmpd="sng">
              <a:noFill/>
            </a:ln>
          </a:left>
          <a:right>
            <a:ln w="0" cmpd="sng">
              <a:noFill/>
            </a:ln>
          </a:right>
          <a:top>
            <a:ln w="0" cmpd="sng">
              <a:noFill/>
            </a:ln>
          </a:top>
          <a:bottom>
            <a:ln w="0" cmpd="sng">
              <a:noFill/>
            </a:ln>
          </a:bottom>
          <a:insideH>
            <a:ln w="12700" cmpd="sng">
              <a:solidFill>
                <a:schemeClr val="bg2"/>
              </a:solidFill>
            </a:ln>
          </a:insideH>
          <a:insideV>
            <a:ln w="0" cmpd="sng">
              <a:noFill/>
            </a:ln>
          </a:insideV>
        </a:tcBdr>
        <a:fill>
          <a:noFill/>
        </a:fill>
      </a:tcStyle>
    </a:wholeTbl>
    <a:band1H>
      <a:tcStyle>
        <a:tcBdr/>
      </a:tcStyle>
    </a:band1H>
    <a:band2H>
      <a:tcStyle>
        <a:tcBdr/>
      </a:tcStyle>
    </a:band2H>
    <a:band1V>
      <a:tcStyle>
        <a:tcBdr/>
      </a:tcStyle>
    </a:band1V>
    <a:band2V>
      <a:tcStyle>
        <a:tcBdr/>
      </a:tcStyle>
    </a:band2V>
    <a:lastCol>
      <a:tcTxStyle b="on">
        <a:fontRef idx="minor">
          <a:prstClr val="black"/>
        </a:fontRef>
        <a:schemeClr val="tx2"/>
      </a:tcTxStyle>
      <a:tcStyle>
        <a:tcBdr/>
        <a:fill>
          <a:solidFill>
            <a:srgbClr val="E9E9E9"/>
          </a:solidFill>
        </a:fill>
      </a:tcStyle>
    </a:lastCol>
    <a:firstCol>
      <a:tcTxStyle b="on">
        <a:fontRef idx="minor">
          <a:prstClr val="black"/>
        </a:fontRef>
        <a:schemeClr val="tx2"/>
      </a:tcTxStyle>
      <a:tcStyle>
        <a:tcBdr/>
      </a:tcStyle>
    </a:firstCol>
    <a:lastRow>
      <a:tcTxStyle b="on">
        <a:fontRef idx="minor">
          <a:prstClr val="black"/>
        </a:fontRef>
        <a:schemeClr val="tx2"/>
      </a:tcTxStyle>
      <a:tcStyle>
        <a:tcBdr/>
        <a:fill>
          <a:solidFill>
            <a:srgbClr val="E9E9E9"/>
          </a:solidFill>
        </a:fill>
      </a:tcStyle>
    </a:lastRow>
    <a:firstRow>
      <a:tcTxStyle b="on">
        <a:fontRef idx="minor">
          <a:prstClr val="black"/>
        </a:fontRef>
        <a:schemeClr val="tx2"/>
      </a:tcTxStyle>
      <a:tcStyle>
        <a:tcBdr>
          <a:bottom>
            <a:ln w="12700" cmpd="sng">
              <a:solidFill>
                <a:schemeClr val="accent6"/>
              </a:solidFill>
            </a:ln>
          </a:bottom>
        </a:tcBdr>
      </a:tcStyle>
    </a:firstRow>
  </a:tblStyle>
  <a:tblStyle styleId="{C0B4EDBA-67D5-4435-A0B7-D5753C67F26B}" styleName="CVS Table 2">
    <a:wholeTbl>
      <a:tcTxStyle>
        <a:fontRef idx="minor">
          <a:prstClr val="black"/>
        </a:fontRef>
        <a:schemeClr val="tx2"/>
      </a:tcTxStyle>
      <a:tcStyle>
        <a:tcBdr>
          <a:left>
            <a:ln w="0" cmpd="sng">
              <a:noFill/>
            </a:ln>
          </a:left>
          <a:right>
            <a:ln w="0" cmpd="sng">
              <a:noFill/>
            </a:ln>
          </a:right>
          <a:top>
            <a:ln w="0" cmpd="sng">
              <a:noFill/>
            </a:ln>
          </a:top>
          <a:bottom>
            <a:ln w="0" cmpd="sng">
              <a:noFill/>
            </a:ln>
          </a:bottom>
          <a:insideH>
            <a:ln w="12700" cmpd="sng">
              <a:solidFill>
                <a:schemeClr val="bg2"/>
              </a:solidFill>
            </a:ln>
          </a:insideH>
          <a:insideV>
            <a:ln w="0" cmpd="sng">
              <a:noFill/>
            </a:ln>
          </a:insideV>
        </a:tcBdr>
        <a:fill>
          <a:noFill/>
        </a:fill>
      </a:tcStyle>
    </a:wholeTbl>
    <a:band1H>
      <a:tcStyle>
        <a:tcBdr/>
      </a:tcStyle>
    </a:band1H>
    <a:band2H>
      <a:tcStyle>
        <a:tcBdr/>
      </a:tcStyle>
    </a:band2H>
    <a:band1V>
      <a:tcStyle>
        <a:tcBdr/>
      </a:tcStyle>
    </a:band1V>
    <a:band2V>
      <a:tcStyle>
        <a:tcBdr/>
      </a:tcStyle>
    </a:band2V>
    <a:lastCol>
      <a:tcTxStyle b="on">
        <a:fontRef idx="minor">
          <a:prstClr val="black"/>
        </a:fontRef>
        <a:schemeClr val="tx2"/>
      </a:tcTxStyle>
      <a:tcStyle>
        <a:tcBdr/>
        <a:fill>
          <a:solidFill>
            <a:srgbClr val="E9E9E9"/>
          </a:solidFill>
        </a:fill>
      </a:tcStyle>
    </a:lastCol>
    <a:firstCol>
      <a:tcTxStyle b="on">
        <a:fontRef idx="minor">
          <a:prstClr val="black"/>
        </a:fontRef>
        <a:schemeClr val="tx2"/>
      </a:tcTxStyle>
      <a:tcStyle>
        <a:tcBdr/>
      </a:tcStyle>
    </a:firstCol>
    <a:lastRow>
      <a:tcTxStyle b="on">
        <a:fontRef idx="minor">
          <a:prstClr val="black"/>
        </a:fontRef>
        <a:schemeClr val="tx2"/>
      </a:tcTxStyle>
      <a:tcStyle>
        <a:tcBdr/>
        <a:fill>
          <a:solidFill>
            <a:srgbClr val="E9E9E9"/>
          </a:solidFill>
        </a:fill>
      </a:tcStyle>
    </a:lastRow>
    <a:firstRow>
      <a:tcTxStyle b="on">
        <a:fontRef idx="minor">
          <a:prstClr val="black"/>
        </a:fontRef>
        <a:schemeClr val="tx2"/>
      </a:tcTxStyle>
      <a:tcStyle>
        <a:tcBdr>
          <a:bottom>
            <a:ln w="12700" cmpd="sng">
              <a:solidFill>
                <a:schemeClr val="accent2"/>
              </a:solidFill>
            </a:ln>
          </a:bottom>
        </a:tcBdr>
      </a:tcStyle>
    </a:firstRow>
  </a:tblStyle>
  <a:tblStyle styleId="{16486439-AC5F-4A27-B78C-A0BE22C8523E}" styleName="CVS Table 3">
    <a:wholeTbl>
      <a:tcTxStyle>
        <a:fontRef idx="minor">
          <a:prstClr val="black"/>
        </a:fontRef>
        <a:schemeClr val="tx2"/>
      </a:tcTxStyle>
      <a:tcStyle>
        <a:tcBdr>
          <a:left>
            <a:ln w="0" cmpd="sng">
              <a:noFill/>
            </a:ln>
          </a:left>
          <a:right>
            <a:ln w="0" cmpd="sng">
              <a:noFill/>
            </a:ln>
          </a:right>
          <a:top>
            <a:ln w="0" cmpd="sng">
              <a:noFill/>
            </a:ln>
          </a:top>
          <a:bottom>
            <a:ln w="0" cmpd="sng">
              <a:noFill/>
            </a:ln>
          </a:bottom>
          <a:insideH>
            <a:ln w="12700" cmpd="sng">
              <a:solidFill>
                <a:schemeClr val="bg2"/>
              </a:solidFill>
            </a:ln>
          </a:insideH>
          <a:insideV>
            <a:ln w="0" cmpd="sng">
              <a:noFill/>
            </a:ln>
          </a:insideV>
        </a:tcBdr>
        <a:fill>
          <a:noFill/>
        </a:fill>
      </a:tcStyle>
    </a:wholeTbl>
    <a:band1H>
      <a:tcStyle>
        <a:tcBdr/>
      </a:tcStyle>
    </a:band1H>
    <a:band2H>
      <a:tcStyle>
        <a:tcBdr/>
      </a:tcStyle>
    </a:band2H>
    <a:band1V>
      <a:tcStyle>
        <a:tcBdr/>
      </a:tcStyle>
    </a:band1V>
    <a:band2V>
      <a:tcStyle>
        <a:tcBdr/>
      </a:tcStyle>
    </a:band2V>
    <a:lastCol>
      <a:tcTxStyle b="on">
        <a:fontRef idx="minor">
          <a:prstClr val="black"/>
        </a:fontRef>
        <a:schemeClr val="tx2"/>
      </a:tcTxStyle>
      <a:tcStyle>
        <a:tcBdr/>
        <a:fill>
          <a:solidFill>
            <a:srgbClr val="E9E9E9"/>
          </a:solidFill>
        </a:fill>
      </a:tcStyle>
    </a:lastCol>
    <a:firstCol>
      <a:tcTxStyle b="on">
        <a:fontRef idx="minor">
          <a:prstClr val="black"/>
        </a:fontRef>
        <a:schemeClr val="tx2"/>
      </a:tcTxStyle>
      <a:tcStyle>
        <a:tcBdr/>
      </a:tcStyle>
    </a:firstCol>
    <a:lastRow>
      <a:tcTxStyle b="on">
        <a:fontRef idx="minor">
          <a:prstClr val="black"/>
        </a:fontRef>
        <a:schemeClr val="tx2"/>
      </a:tcTxStyle>
      <a:tcStyle>
        <a:tcBdr/>
        <a:fill>
          <a:solidFill>
            <a:srgbClr val="E9E9E9"/>
          </a:solidFill>
        </a:fill>
      </a:tcStyle>
    </a:lastRow>
    <a:firstRow>
      <a:tcTxStyle b="on">
        <a:fontRef idx="minor">
          <a:prstClr val="red"/>
        </a:fontRef>
        <a:schemeClr val="accent2"/>
      </a:tcTxStyle>
      <a:tcStyle>
        <a:tcBdr>
          <a:bottom>
            <a:ln w="12700" cmpd="sng">
              <a:solidFill>
                <a:schemeClr val="accent6"/>
              </a:solidFill>
            </a:ln>
          </a:bottom>
        </a:tcBdr>
      </a:tcStyle>
    </a:firstRow>
  </a:tblStyle>
  <a:tblStyle styleId="{45550388-6236-4824-97A7-F25172F56FC5}" styleName="CVS Table 4">
    <a:wholeTbl>
      <a:tcTxStyle>
        <a:fontRef idx="minor">
          <a:prstClr val="black"/>
        </a:fontRef>
        <a:schemeClr val="tx2"/>
      </a:tcTxStyle>
      <a:tcStyle>
        <a:tcBdr>
          <a:left>
            <a:ln w="0" cmpd="sng">
              <a:noFill/>
            </a:ln>
          </a:left>
          <a:right>
            <a:ln w="0" cmpd="sng">
              <a:noFill/>
            </a:ln>
          </a:right>
          <a:top>
            <a:ln w="0" cmpd="sng">
              <a:noFill/>
            </a:ln>
          </a:top>
          <a:bottom>
            <a:ln w="0" cmpd="sng">
              <a:noFill/>
            </a:ln>
          </a:bottom>
          <a:insideH>
            <a:ln w="12700" cmpd="sng">
              <a:solidFill>
                <a:schemeClr val="bg2"/>
              </a:solidFill>
            </a:ln>
          </a:insideH>
          <a:insideV>
            <a:ln w="0" cmpd="sng">
              <a:noFill/>
            </a:ln>
          </a:insideV>
        </a:tcBdr>
        <a:fill>
          <a:noFill/>
        </a:fill>
      </a:tcStyle>
    </a:wholeTbl>
    <a:band1H>
      <a:tcStyle>
        <a:tcBdr/>
      </a:tcStyle>
    </a:band1H>
    <a:band2H>
      <a:tcStyle>
        <a:tcBdr/>
      </a:tcStyle>
    </a:band2H>
    <a:band1V>
      <a:tcStyle>
        <a:tcBdr/>
      </a:tcStyle>
    </a:band1V>
    <a:band2V>
      <a:tcStyle>
        <a:tcBdr/>
      </a:tcStyle>
    </a:band2V>
    <a:lastCol>
      <a:tcTxStyle b="on">
        <a:fontRef idx="minor">
          <a:prstClr val="black"/>
        </a:fontRef>
        <a:schemeClr val="tx2"/>
      </a:tcTxStyle>
      <a:tcStyle>
        <a:tcBdr/>
        <a:fill>
          <a:solidFill>
            <a:srgbClr val="E9E9E9"/>
          </a:solidFill>
        </a:fill>
      </a:tcStyle>
    </a:lastCol>
    <a:firstCol>
      <a:tcTxStyle b="on">
        <a:fontRef idx="minor">
          <a:prstClr val="black"/>
        </a:fontRef>
        <a:schemeClr val="tx2"/>
      </a:tcTxStyle>
      <a:tcStyle>
        <a:tcBdr/>
      </a:tcStyle>
    </a:firstCol>
    <a:lastRow>
      <a:tcTxStyle b="on">
        <a:fontRef idx="minor">
          <a:prstClr val="black"/>
        </a:fontRef>
        <a:schemeClr val="tx2"/>
      </a:tcTxStyle>
      <a:tcStyle>
        <a:tcBdr/>
        <a:fill>
          <a:solidFill>
            <a:srgbClr val="E9E9E9"/>
          </a:solidFill>
        </a:fill>
      </a:tcStyle>
    </a:lastRow>
    <a:firstRow>
      <a:tcTxStyle b="on">
        <a:fontRef idx="minor">
          <a:prstClr val="blue"/>
        </a:fontRef>
        <a:srgbClr val="0A4B8C"/>
      </a:tcTxStyle>
      <a:tcStyle>
        <a:tcBdr>
          <a:bottom>
            <a:ln w="12700" cmpd="sng">
              <a:solidFill>
                <a:schemeClr val="accent6"/>
              </a:solidFill>
            </a:ln>
          </a:bottom>
        </a:tcBdr>
      </a:tcStyle>
    </a:firstRow>
  </a:tblStyle>
  <a:tblStyle styleId="{2268F375-FF24-489F-8BCC-F0714B050B05}" styleName="CVS Table 5">
    <a:wholeTbl>
      <a:tcTxStyle>
        <a:fontRef idx="minor">
          <a:prstClr val="black"/>
        </a:fontRef>
        <a:schemeClr val="tx2"/>
      </a:tcTxStyle>
      <a:tcStyle>
        <a:tcBdr>
          <a:left>
            <a:ln w="0" cmpd="sng">
              <a:noFill/>
            </a:ln>
          </a:left>
          <a:right>
            <a:ln w="0" cmpd="sng">
              <a:noFill/>
            </a:ln>
          </a:right>
          <a:top>
            <a:ln w="0" cmpd="sng">
              <a:noFill/>
            </a:ln>
          </a:top>
          <a:bottom>
            <a:ln w="0" cmpd="sng">
              <a:noFill/>
            </a:ln>
          </a:bottom>
          <a:insideH>
            <a:ln w="12700" cmpd="sng">
              <a:solidFill>
                <a:schemeClr val="bg2"/>
              </a:solidFill>
            </a:ln>
          </a:insideH>
          <a:insideV>
            <a:ln w="0" cmpd="sng">
              <a:noFill/>
            </a:ln>
          </a:insideV>
        </a:tcBdr>
        <a:fill>
          <a:noFill/>
        </a:fill>
      </a:tcStyle>
    </a:wholeTbl>
    <a:band1H>
      <a:tcStyle>
        <a:tcBdr/>
      </a:tcStyle>
    </a:band1H>
    <a:band2H>
      <a:tcStyle>
        <a:tcBdr/>
        <a:fill>
          <a:solidFill>
            <a:srgbClr val="E9E9E9"/>
          </a:solidFill>
        </a:fill>
      </a:tcStyle>
    </a:band2H>
    <a:band1V>
      <a:tcStyle>
        <a:tcBdr/>
      </a:tcStyle>
    </a:band1V>
    <a:band2V>
      <a:tcStyle>
        <a:tcBdr/>
        <a:fill>
          <a:solidFill>
            <a:srgbClr val="E9E9E9"/>
          </a:solidFill>
        </a:fill>
      </a:tcStyle>
    </a:band2V>
    <a:lastCol>
      <a:tcStyle>
        <a:tcBdr/>
      </a:tcStyle>
    </a:lastCol>
    <a:firstCol>
      <a:tcTxStyle b="on">
        <a:fontRef idx="minor">
          <a:prstClr val="black"/>
        </a:fontRef>
        <a:schemeClr val="tx2"/>
      </a:tcTxStyle>
      <a:tcStyle>
        <a:tcBdr/>
      </a:tcStyle>
    </a:firstCol>
    <a:lastRow>
      <a:tcTxStyle b="on">
        <a:fontRef idx="minor">
          <a:prstClr val="brown"/>
        </a:fontRef>
        <a:schemeClr val="accent1"/>
      </a:tcTxStyle>
      <a:tcStyle>
        <a:tcBdr/>
      </a:tcStyle>
    </a:lastRow>
    <a:firstRow>
      <a:tcTxStyle b="on">
        <a:fontRef idx="minor">
          <a:prstClr val="black"/>
        </a:fontRef>
        <a:schemeClr val="tx2"/>
      </a:tcTxStyle>
      <a:tcStyle>
        <a:tcBdr>
          <a:bottom>
            <a:ln w="12700" cmpd="sng">
              <a:solidFill>
                <a:schemeClr val="accent6"/>
              </a:solidFill>
            </a:ln>
          </a:bottom>
        </a:tcBdr>
        <a:fill>
          <a:solidFill>
            <a:srgbClr val="E9E9E9"/>
          </a:solidFill>
        </a:fill>
      </a:tcStyle>
    </a:firstRow>
  </a:tblStyle>
  <a:tblStyle styleId="{5B16CA05-3835-4193-AC71-686F5E0D2453}" styleName="CVS Table 6">
    <a:wholeTbl>
      <a:tcTxStyle>
        <a:fontRef idx="minor">
          <a:prstClr val="black"/>
        </a:fontRef>
        <a:schemeClr val="tx2"/>
      </a:tcTxStyle>
      <a:tcStyle>
        <a:tcBdr>
          <a:left>
            <a:ln w="0" cmpd="sng">
              <a:noFill/>
            </a:ln>
          </a:left>
          <a:right>
            <a:ln w="0" cmpd="sng">
              <a:noFill/>
            </a:ln>
          </a:right>
          <a:top>
            <a:ln w="0" cmpd="sng">
              <a:noFill/>
            </a:ln>
          </a:top>
          <a:bottom>
            <a:ln w="0" cmpd="sng">
              <a:noFill/>
            </a:ln>
          </a:bottom>
          <a:insideH>
            <a:ln w="12700" cmpd="sng">
              <a:solidFill>
                <a:schemeClr val="bg2"/>
              </a:solidFill>
            </a:ln>
          </a:insideH>
          <a:insideV>
            <a:ln w="0" cmpd="sng">
              <a:noFill/>
            </a:ln>
          </a:insideV>
        </a:tcBdr>
        <a:fill>
          <a:noFill/>
        </a:fill>
      </a:tcStyle>
    </a:wholeTbl>
    <a:band1H>
      <a:tcStyle>
        <a:tcBdr/>
      </a:tcStyle>
    </a:band1H>
    <a:band2H>
      <a:tcStyle>
        <a:tcBdr/>
        <a:fill>
          <a:solidFill>
            <a:srgbClr val="E9E9E9"/>
          </a:solidFill>
        </a:fill>
      </a:tcStyle>
    </a:band2H>
    <a:band1V>
      <a:tcStyle>
        <a:tcBdr/>
      </a:tcStyle>
    </a:band1V>
    <a:band2V>
      <a:tcStyle>
        <a:tcBdr/>
        <a:fill>
          <a:solidFill>
            <a:srgbClr val="E9E9E9"/>
          </a:solidFill>
        </a:fill>
      </a:tcStyle>
    </a:band2V>
    <a:lastCol>
      <a:tcStyle>
        <a:tcBdr/>
      </a:tcStyle>
    </a:lastCol>
    <a:firstCol>
      <a:tcTxStyle b="on">
        <a:fontRef idx="minor">
          <a:prstClr val="black"/>
        </a:fontRef>
        <a:schemeClr val="tx2"/>
      </a:tcTxStyle>
      <a:tcStyle>
        <a:tcBdr/>
      </a:tcStyle>
    </a:firstCol>
    <a:lastRow>
      <a:tcTxStyle b="on">
        <a:fontRef idx="minor">
          <a:prstClr val="black"/>
        </a:fontRef>
        <a:schemeClr val="tx2"/>
      </a:tcTxStyle>
      <a:tcStyle>
        <a:tcBdr/>
      </a:tcStyle>
    </a:lastRow>
    <a:firstRow>
      <a:tcTxStyle b="on">
        <a:fontRef idx="minor">
          <a:prstClr val="black"/>
        </a:fontRef>
        <a:schemeClr val="tx2"/>
      </a:tcTxStyle>
      <a:tcStyle>
        <a:tcBdr>
          <a:bottom>
            <a:ln w="12700" cmpd="sng">
              <a:solidFill>
                <a:schemeClr val="accent2"/>
              </a:solidFill>
            </a:ln>
          </a:bottom>
        </a:tcBdr>
        <a:fill>
          <a:solidFill>
            <a:srgbClr val="E9E9E9"/>
          </a:solidFill>
        </a:fill>
      </a:tcStyle>
    </a:firstRow>
  </a:tblStyle>
  <a:tblStyle styleId="{FA0B3A61-A383-473F-9F12-C45DFEE99176}" styleName="CVS Table 7">
    <a:wholeTbl>
      <a:tcTxStyle>
        <a:fontRef idx="minor">
          <a:prstClr val="black"/>
        </a:fontRef>
        <a:schemeClr val="tx2"/>
      </a:tcTxStyle>
      <a:tcStyle>
        <a:tcBdr>
          <a:left>
            <a:ln w="0" cmpd="sng">
              <a:noFill/>
            </a:ln>
          </a:left>
          <a:right>
            <a:ln w="0" cmpd="sng">
              <a:noFill/>
            </a:ln>
          </a:right>
          <a:top>
            <a:ln w="0" cmpd="sng">
              <a:noFill/>
            </a:ln>
          </a:top>
          <a:bottom>
            <a:ln w="0" cmpd="sng">
              <a:noFill/>
            </a:ln>
          </a:bottom>
          <a:insideH>
            <a:ln w="12700" cmpd="sng">
              <a:solidFill>
                <a:schemeClr val="bg2"/>
              </a:solidFill>
            </a:ln>
          </a:insideH>
          <a:insideV>
            <a:ln w="0" cmpd="sng">
              <a:noFill/>
            </a:ln>
          </a:insideV>
        </a:tcBdr>
        <a:fill>
          <a:noFill/>
        </a:fill>
      </a:tcStyle>
    </a:wholeTbl>
    <a:band1H>
      <a:tcStyle>
        <a:tcBdr/>
      </a:tcStyle>
    </a:band1H>
    <a:band2H>
      <a:tcStyle>
        <a:tcBdr/>
        <a:fill>
          <a:solidFill>
            <a:srgbClr val="E9E9E9"/>
          </a:solidFill>
        </a:fill>
      </a:tcStyle>
    </a:band2H>
    <a:band1V>
      <a:tcStyle>
        <a:tcBdr/>
      </a:tcStyle>
    </a:band1V>
    <a:band2V>
      <a:tcStyle>
        <a:tcBdr/>
        <a:fill>
          <a:solidFill>
            <a:srgbClr val="E9E9E9"/>
          </a:solidFill>
        </a:fill>
      </a:tcStyle>
    </a:band2V>
    <a:lastCol>
      <a:tcStyle>
        <a:tcBdr/>
      </a:tcStyle>
    </a:lastCol>
    <a:firstCol>
      <a:tcTxStyle b="on">
        <a:fontRef idx="minor">
          <a:prstClr val="black"/>
        </a:fontRef>
        <a:schemeClr val="tx2"/>
      </a:tcTxStyle>
      <a:tcStyle>
        <a:tcBdr/>
      </a:tcStyle>
    </a:firstCol>
    <a:lastRow>
      <a:tcTxStyle b="on">
        <a:fontRef idx="minor">
          <a:prstClr val="black"/>
        </a:fontRef>
        <a:schemeClr val="tx2"/>
      </a:tcTxStyle>
      <a:tcStyle>
        <a:tcBdr/>
      </a:tcStyle>
    </a:lastRow>
    <a:firstRow>
      <a:tcTxStyle b="on">
        <a:fontRef idx="minor">
          <a:prstClr val="blue"/>
        </a:fontRef>
        <a:srgbClr val="0A4B8C"/>
      </a:tcTxStyle>
      <a:tcStyle>
        <a:tcBdr>
          <a:bottom>
            <a:ln w="12700" cmpd="sng">
              <a:solidFill>
                <a:schemeClr val="accent6"/>
              </a:solidFill>
            </a:ln>
          </a:bottom>
        </a:tcBdr>
        <a:fill>
          <a:solidFill>
            <a:srgbClr val="E9E9E9"/>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087" autoAdjust="0"/>
  </p:normalViewPr>
  <p:slideViewPr>
    <p:cSldViewPr snapToGrid="0">
      <p:cViewPr varScale="1">
        <p:scale>
          <a:sx n="86" d="100"/>
          <a:sy n="86" d="100"/>
        </p:scale>
        <p:origin x="1518"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TIME: 0:25</a:t>
            </a:r>
          </a:p>
          <a:p>
            <a:r>
              <a:rPr dirty="0"/>
              <a:t>SCRIPT: Good afternoon. My capstone is Project Excellence, a working demonstration of point-of-need Photo training for </a:t>
            </a:r>
            <a:r>
              <a:rPr lang="en-US" dirty="0"/>
              <a:t>colleagues</a:t>
            </a:r>
            <a:r>
              <a:rPr dirty="0"/>
              <a:t>. The idea is simple: when a colleague reaches a basic task they do not know, the instruction should already be available at that workstation. This presentation focuses on the system I built, the local need behind it, and the research that supports its design.</a:t>
            </a:r>
          </a:p>
          <a:p>
            <a:r>
              <a:rPr dirty="0"/>
              <a:t>POSITIONING: This presentation focuses on the Photo training solution.</a:t>
            </a:r>
          </a:p>
          <a:p>
            <a:r>
              <a:rPr dirty="0"/>
              <a:t>TRANSITION: To understand the solution, first consider where the training gap actually appears.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0:50</a:t>
            </a:r>
          </a:p>
          <a:p>
            <a:r>
              <a:t>SCRIPT: The problem is not that procedures do not exist. The problem is that they can be scattered, dense, or separated from the equipment. A new hire may understand the role overall and still freeze when a specific Photo task appears. Then a basic task becomes an interruption for an experienced colleague. Research helps explain why this matters. Bauer and colleagues combined 70 newcomer studies and found that role clarity and self-efficacy are two of the strongest drivers of successful new-hire adjustment. In practical terms, people adjust better when they understand what to do and believe they can do it. Project Excellence is designed to support both at the moment of need.</a:t>
            </a:r>
          </a:p>
          <a:p>
            <a:r>
              <a:t>SOURCE: Bauer et al. (2007), https://pubmed.ncbi.nlm.nih.gov/17484552/</a:t>
            </a:r>
          </a:p>
          <a:p>
            <a:r>
              <a:t>TRANSITION: I then checked whether this type of need was visible among colleagues at my own store.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0:55</a:t>
            </a:r>
          </a:p>
          <a:p>
            <a:r>
              <a:t>SCRIPT: I used a short pulse survey with four Front Store colleagues at CVS Store 02876, where I work. Every respondent had between one and six months of tenure. This is not a company-wide conclusion; it is a description of my store. Two of four said they mostly figured procedures out themselves. Three of four still ask for help daily or weekly. All four preferred visual or mixed-format support. Their average Photo confidence was 3.75 out of 5, while expected QR usefulness averaged 3.5. With only four responses, I am not claiming measured impact. I am using the results to define a local design need: support should be visual, quick to scan, and available without waiting for another person.</a:t>
            </a:r>
          </a:p>
          <a:p>
            <a:r>
              <a:t>DATA: Photo confidence values 3, 3, 4, 5. QR usefulness values 3, 4, 4, 3.</a:t>
            </a:r>
          </a:p>
          <a:p>
            <a:r>
              <a:t>TRANSITION: Those responses led to four specific design choices.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1:00</a:t>
            </a:r>
          </a:p>
          <a:p>
            <a:r>
              <a:t>SCRIPT: I built the solution around four choices. First, access begins at the workstation, so a QR code opens the exact training hub where the task happens. Second, each guide handles one basic task instead of making the colleague search a long manual. Third, each step shows one instruction and one matching image. Fourth, the scope stays focused on routine execution and required materials rather than troubleshooting. The research supports these choices. Arthur and colleagues found that training improves workplace behavior, not just knowledge test scores. Nguyen and Klein found that point-of-need electronic support improves procedural performance. Together, that evidence supports training that is both usable and physically close to the task. The design goal is to reduce reading, searching, remembering, and waiting.</a:t>
            </a:r>
          </a:p>
          <a:p>
            <a:r>
              <a:t>SOURCES: Arthur et al. (2003), https://doi.org/10.1037/0021-9010.88.2.234 | Nguyen &amp; Klein (2008), https://eric.ed.gov/?id=EJ822121</a:t>
            </a:r>
          </a:p>
          <a:p>
            <a:r>
              <a:t>TRANSITION: The clearest way to see that design is to compare the original procedure with the finished guide.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0:55</a:t>
            </a:r>
          </a:p>
          <a:p>
            <a:r>
              <a:t>SCRIPT: This is a true before-and-after for the same Epson P6000 roll-paper task. On the left is the original procedure: useful source information, but dense and difficult to scan quickly while working. On the right is the first website step. The colleague sees one action—press the blue lock lever—and one approved in-store image showing exactly where that lever is. I did not discard the source procedure or invent a different sequence. I translated the existing instructions into smaller decisions. The website follows the original order while revealing only the step the colleague needs right now. That reduces cognitive load without removing the operational detail.</a:t>
            </a:r>
          </a:p>
          <a:p>
            <a:r>
              <a:t>TRANSITION: The same principle also changes how quickly a colleague can reach the instruction.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0:55</a:t>
            </a:r>
          </a:p>
          <a:p>
            <a:r>
              <a:t>SCRIPT: The advantage is not the QR code by itself. The advantage is immediate access. In a traditional learning-module path, a colleague may need to log in, open the portal, search for the correct module or video, watch it, remember the steps, and return to the workstation. Project Excellence reduces that path to three actions: scan at the workstation, choose the task, and follow the current step. Nguyen and Klein compared training with electronic performance support and found better procedural performance and completion time when support was available during the task. That directly supports this access model. The guide does not replace formal learning. It closes the gap between learning something and successfully doing it in the moment.</a:t>
            </a:r>
          </a:p>
          <a:p>
            <a:r>
              <a:t>SOURCE: Nguyen &amp; Klein (2008), https://eric.ed.gov/?id=EJ822121</a:t>
            </a:r>
          </a:p>
          <a:p>
            <a:r>
              <a:t>TRANSITION: Here is what that experience looks like in the working demonstration.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2:20</a:t>
            </a:r>
          </a:p>
          <a:p>
            <a:r>
              <a:t>SCRIPT: This is the working demonstration. The experience is intentionally simple: scan, choose, and follow. First, the colleague scans the QR code located at the workstation. That opens Project Excellence directly—there is no login screen and no need to search for the correct learning module. Second, the colleague chooses the workstation and the basic task. The site is organized around Main Photo, the Poster Printer, and the iPOS register, so the labels match the physical work area. Third, the colleague completes one step at a time. For this example, the Load Roll Paper guide identifies the material location and then presents the approved in-store image for each action. The first step shows the blue lock lever. The next step shows the holder moving left. The sequence continues through removing the old roll, preparing the new roll, feeding the paper, and verifying that the printer is ready. Every guide is designed for a phone, includes Back navigation, and keeps the current action visible. The system deliberately avoids troubleshooting and complicated exceptions. Its job is to help a new hire complete the routine task correctly and confidently without immediately stopping another colleague. That is the full value proposition: the instructions already existed, but Project Excellence makes them reachable and usable at the exact moment they are needed.</a:t>
            </a:r>
          </a:p>
          <a:p>
            <a:r>
              <a:t>LIVE DEMO: If scanning is practical, scan the QR and briefly open Poster Printer &gt; Load Roll Paper. Show the material location, Step 1 image, and Back navigation. Do not scroll through every step.</a:t>
            </a:r>
          </a:p>
          <a:p>
            <a:r>
              <a:t>FALLBACK: If connectivity or projection prevents a live scan, point to the screenshot and narrate the same three actions. The presentation remains complete without live navigation.</a:t>
            </a:r>
          </a:p>
          <a:p>
            <a:r>
              <a:t>TRANSITION: This demonstration represents the finished capstone deliverable; the next step would be measuring it in a limited pilot.</a:t>
            </a:r>
          </a:p>
          <a:p>
            <a:r>
              <a:t>LIVE URL: https://zachjones04.github.io/project-excellence/#guide-load-paper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0:50, then 2:00 Q&amp;A</a:t>
            </a:r>
          </a:p>
          <a:p>
            <a:r>
              <a:t>SCRIPT: Project Excellence is training through inclusion in a practical sense: essential knowledge is easier to reach and easier to use. It combines clear instructions, visual support, and confidence at the moment of need. The website is a working demonstration, not a completed impact study. The next phase would be a limited pilot measuring task completion time, requests for help, confidence before and after use, and guide completion. Today, the result is a functional training system built around a local need and supported by research. Thank you. I am ready for questions.</a:t>
            </a:r>
          </a:p>
          <a:p>
            <a:r>
              <a:t>Q&amp;A — WHY ONLY FOUR SURVEY RESPONSES? Answer: The survey is a local pulse from Store 02876, not proof of impact. Research supports the broader design, and a future pilot would collect stronger pre/post data.</a:t>
            </a:r>
          </a:p>
          <a:p>
            <a:r>
              <a:t>Q&amp;A — DOES THIS REPLACE CVS TRAINING? Answer: No. It supplements formal training with point-of-need support during routine work.</a:t>
            </a:r>
          </a:p>
          <a:p>
            <a:r>
              <a:t>Q&amp;A — WHY QR CODES? Answer: QR codes remove access steps and place the exact guide beside the workstation. The value is immediate access, not the code itself.</a:t>
            </a:r>
          </a:p>
          <a:p>
            <a:r>
              <a:t>Q&amp;A — HOW WOULD SUCCESS BE MEASURED? Answer: Compare completion time, help requests, confidence, guide completion, and basic-task accuracy before and after a limited pilot.</a:t>
            </a:r>
          </a:p>
          <a:p>
            <a:r>
              <a:t>Q&amp;A — HOW IS CONTENT KEPT ACCURATE? Answer: Guides are built from source procedures and approved in-store images; a designated owner would review them when procedures or equipment change.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8C56A-50C9-41FE-A0D1-59A8AEA1B4A8}"/>
              </a:ext>
            </a:extLst>
          </p:cNvPr>
          <p:cNvSpPr>
            <a:spLocks noGrp="1"/>
          </p:cNvSpPr>
          <p:nvPr>
            <p:ph type="ctrTitle" hasCustomPrompt="1"/>
          </p:nvPr>
        </p:nvSpPr>
        <p:spPr>
          <a:xfrm>
            <a:off x="557786" y="2130386"/>
            <a:ext cx="4681728" cy="2011680"/>
          </a:xfrm>
        </p:spPr>
        <p:txBody>
          <a:bodyPr rIns="0" anchor="b"/>
          <a:lstStyle>
            <a:lvl1pPr>
              <a:lnSpc>
                <a:spcPct val="90000"/>
              </a:lnSpc>
              <a:buNone/>
              <a:defRPr sz="4000">
                <a:solidFill>
                  <a:schemeClr val="tx2"/>
                </a:solidFill>
              </a:defRPr>
            </a:lvl1pPr>
          </a:lstStyle>
          <a:p>
            <a:r>
              <a:t>Click to add title</a:t>
            </a:r>
          </a:p>
        </p:txBody>
      </p:sp>
      <p:sp>
        <p:nvSpPr>
          <p:cNvPr id="22" name="Text Placeholder 4">
            <a:extLst>
              <a:ext uri="{FF2B5EF4-FFF2-40B4-BE49-F238E27FC236}">
                <a16:creationId xmlns:a16="http://schemas.microsoft.com/office/drawing/2014/main" id="{6096B84B-7BF5-44B3-B523-1C7BC49781BC}"/>
              </a:ext>
            </a:extLst>
          </p:cNvPr>
          <p:cNvSpPr>
            <a:spLocks noGrp="1"/>
          </p:cNvSpPr>
          <p:nvPr>
            <p:ph type="body" idx="16" hasCustomPrompt="1"/>
          </p:nvPr>
        </p:nvSpPr>
        <p:spPr>
          <a:xfrm>
            <a:off x="557784" y="4379002"/>
            <a:ext cx="3582017" cy="1262324"/>
          </a:xfrm>
        </p:spPr>
        <p:txBody>
          <a:bodyPr/>
          <a:lstStyle>
            <a:lvl1pPr>
              <a:buNone/>
              <a:defRPr sz="1500" b="1">
                <a:solidFill>
                  <a:schemeClr val="tx2"/>
                </a:solidFill>
                <a:latin typeface="+mn-lt"/>
                <a:ea typeface="+mn-lt"/>
                <a:cs typeface="+mn-lt"/>
              </a:defRPr>
            </a:lvl1pPr>
            <a:lvl2pPr marL="0" indent="0">
              <a:spcBef>
                <a:spcPts val="0"/>
              </a:spcBef>
              <a:spcAft>
                <a:spcPts val="2400"/>
              </a:spcAft>
              <a:buNone/>
              <a:defRPr sz="1300">
                <a:solidFill>
                  <a:schemeClr val="tx2"/>
                </a:solidFill>
                <a:latin typeface="+mn-lt"/>
                <a:ea typeface="+mn-lt"/>
                <a:cs typeface="+mn-lt"/>
              </a:defRPr>
            </a:lvl2pPr>
            <a:lvl3pPr marL="0" indent="0">
              <a:buNone/>
              <a:defRPr sz="1200">
                <a:solidFill>
                  <a:schemeClr val="tx2"/>
                </a:solidFill>
                <a:latin typeface="+mn-lt"/>
                <a:ea typeface="+mn-lt"/>
                <a:cs typeface="+mn-lt"/>
              </a:defRPr>
            </a:lvl3pPr>
            <a:lvl4pPr>
              <a:buNone/>
              <a:defRPr>
                <a:solidFill>
                  <a:schemeClr val="bg1"/>
                </a:solidFill>
              </a:defRPr>
            </a:lvl4pPr>
            <a:lvl5pPr>
              <a:buNone/>
              <a:defRPr>
                <a:solidFill>
                  <a:schemeClr val="bg1"/>
                </a:solidFill>
              </a:defRPr>
            </a:lvl5pPr>
          </a:lstStyle>
          <a:p>
            <a:pPr>
              <a:buNone/>
            </a:pPr>
            <a:r>
              <a:t>Presenter name</a:t>
            </a:r>
          </a:p>
          <a:p>
            <a:pPr>
              <a:buNone/>
            </a:pPr>
            <a:r>
              <a:t>Presenter title</a:t>
            </a:r>
          </a:p>
          <a:p>
            <a:pPr>
              <a:buNone/>
            </a:pPr>
            <a:r>
              <a:t>Date</a:t>
            </a:r>
          </a:p>
        </p:txBody>
      </p:sp>
      <p:pic>
        <p:nvPicPr>
          <p:cNvPr id="23" name="Graphic 11"/>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7784" y="430701"/>
            <a:ext cx="2871788" cy="350455"/>
          </a:xfrm>
          <a:prstGeom prst="rect">
            <a:avLst/>
          </a:prstGeom>
        </p:spPr>
      </p:pic>
      <p:pic>
        <p:nvPicPr>
          <p:cNvPr id="24" name="Picture 20"/>
          <p:cNvPicPr>
            <a:picLocks noChangeAspect="1"/>
          </p:cNvPicPr>
          <p:nvPr/>
        </p:nvPicPr>
        <p:blipFill>
          <a:blip r:embed="rId3"/>
          <a:stretch>
            <a:fillRect/>
          </a:stretch>
        </p:blipFill>
        <p:spPr>
          <a:xfrm>
            <a:off x="6173561" y="1016178"/>
            <a:ext cx="5221110" cy="434004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FE2DB-E537-494F-A073-75AF8D4251CB}"/>
              </a:ext>
            </a:extLst>
          </p:cNvPr>
          <p:cNvSpPr>
            <a:spLocks noGrp="1"/>
          </p:cNvSpPr>
          <p:nvPr>
            <p:ph type="ctrTitle" hasCustomPrompt="1"/>
          </p:nvPr>
        </p:nvSpPr>
        <p:spPr>
          <a:xfrm>
            <a:off x="557786" y="2130386"/>
            <a:ext cx="4681728" cy="2011680"/>
          </a:xfrm>
        </p:spPr>
        <p:txBody>
          <a:bodyPr rIns="0" anchor="b"/>
          <a:lstStyle>
            <a:lvl1pPr>
              <a:lnSpc>
                <a:spcPct val="90000"/>
              </a:lnSpc>
              <a:buNone/>
              <a:defRPr sz="4000">
                <a:solidFill>
                  <a:schemeClr val="tx2"/>
                </a:solidFill>
              </a:defRPr>
            </a:lvl1pPr>
          </a:lstStyle>
          <a:p>
            <a:r>
              <a:t>Click to add title</a:t>
            </a:r>
          </a:p>
        </p:txBody>
      </p:sp>
      <p:sp>
        <p:nvSpPr>
          <p:cNvPr id="15" name="Text Placeholder 4">
            <a:extLst>
              <a:ext uri="{FF2B5EF4-FFF2-40B4-BE49-F238E27FC236}">
                <a16:creationId xmlns:a16="http://schemas.microsoft.com/office/drawing/2014/main" id="{DA648435-0183-4D65-AAE1-BBC61EE184C9}"/>
              </a:ext>
            </a:extLst>
          </p:cNvPr>
          <p:cNvSpPr>
            <a:spLocks noGrp="1"/>
          </p:cNvSpPr>
          <p:nvPr>
            <p:ph type="body" idx="16" hasCustomPrompt="1"/>
          </p:nvPr>
        </p:nvSpPr>
        <p:spPr>
          <a:xfrm>
            <a:off x="557784" y="4379002"/>
            <a:ext cx="3582017" cy="1262324"/>
          </a:xfrm>
        </p:spPr>
        <p:txBody>
          <a:bodyPr/>
          <a:lstStyle>
            <a:lvl1pPr>
              <a:buNone/>
              <a:defRPr sz="1500" b="1">
                <a:solidFill>
                  <a:schemeClr val="tx2"/>
                </a:solidFill>
                <a:latin typeface="+mn-lt"/>
                <a:ea typeface="+mn-lt"/>
                <a:cs typeface="+mn-lt"/>
              </a:defRPr>
            </a:lvl1pPr>
            <a:lvl2pPr marL="0" indent="0">
              <a:spcBef>
                <a:spcPts val="0"/>
              </a:spcBef>
              <a:spcAft>
                <a:spcPts val="2400"/>
              </a:spcAft>
              <a:buNone/>
              <a:defRPr sz="1300">
                <a:solidFill>
                  <a:schemeClr val="tx2"/>
                </a:solidFill>
                <a:latin typeface="+mn-lt"/>
                <a:ea typeface="+mn-lt"/>
                <a:cs typeface="+mn-lt"/>
              </a:defRPr>
            </a:lvl2pPr>
            <a:lvl3pPr marL="0" indent="0">
              <a:buNone/>
              <a:defRPr sz="1200">
                <a:solidFill>
                  <a:schemeClr val="tx2"/>
                </a:solidFill>
                <a:latin typeface="+mn-lt"/>
                <a:ea typeface="+mn-lt"/>
                <a:cs typeface="+mn-lt"/>
              </a:defRPr>
            </a:lvl3pPr>
            <a:lvl4pPr>
              <a:buNone/>
              <a:defRPr>
                <a:solidFill>
                  <a:schemeClr val="bg1"/>
                </a:solidFill>
              </a:defRPr>
            </a:lvl4pPr>
            <a:lvl5pPr>
              <a:buNone/>
              <a:defRPr>
                <a:solidFill>
                  <a:schemeClr val="bg1"/>
                </a:solidFill>
              </a:defRPr>
            </a:lvl5pPr>
          </a:lstStyle>
          <a:p>
            <a:pPr marL="0" indent="0" algn="l">
              <a:lnSpc>
                <a:spcPct val="108000"/>
              </a:lnSpc>
              <a:spcBef>
                <a:spcPts val="1800"/>
              </a:spcBef>
              <a:buNone/>
            </a:pPr>
            <a:r>
              <a:t>Presenter name</a:t>
            </a:r>
          </a:p>
          <a:p>
            <a:pPr>
              <a:buNone/>
            </a:pPr>
            <a:r>
              <a:t>Presenter title</a:t>
            </a:r>
          </a:p>
          <a:p>
            <a:pPr>
              <a:buNone/>
            </a:pPr>
            <a:r>
              <a:t>Date</a:t>
            </a:r>
          </a:p>
        </p:txBody>
      </p:sp>
      <p:pic>
        <p:nvPicPr>
          <p:cNvPr id="16" name="Graphic 10"/>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7784" y="430701"/>
            <a:ext cx="2871788" cy="35045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88F0CF77-4F25-43F9-BB7C-C01DDDDCDF08}"/>
              </a:ext>
            </a:extLst>
          </p:cNvPr>
          <p:cNvSpPr>
            <a:spLocks noGrp="1"/>
          </p:cNvSpPr>
          <p:nvPr>
            <p:ph type="pic" idx="16" hasCustomPrompt="1"/>
          </p:nvPr>
        </p:nvSpPr>
        <p:spPr>
          <a:xfrm>
            <a:off x="0" y="0"/>
            <a:ext cx="12188825" cy="6858000"/>
          </a:xfrm>
          <a:prstGeom prst="rect">
            <a:avLst/>
          </a:prstGeom>
          <a:solidFill>
            <a:schemeClr val="bg1">
              <a:lumMod val="85000"/>
            </a:schemeClr>
          </a:solidFill>
        </p:spPr>
        <p:txBody>
          <a:bodyPr anchor="ctr"/>
          <a:lstStyle>
            <a:lvl1pPr marL="0" indent="0" algn="ctr">
              <a:lnSpc>
                <a:spcPct val="100000"/>
              </a:lnSpc>
              <a:spcBef>
                <a:spcPts val="0"/>
              </a:spcBef>
              <a:spcAft>
                <a:spcPts val="0"/>
              </a:spcAft>
              <a:buNone/>
              <a:defRPr>
                <a:solidFill>
                  <a:schemeClr val="accent6"/>
                </a:solidFill>
                <a:latin typeface="CVS Health Sans"/>
                <a:ea typeface="CVS Health Sans"/>
                <a:cs typeface="CVS Health Sans"/>
              </a:defRPr>
            </a:lvl1pPr>
          </a:lstStyle>
          <a:p>
            <a:r>
              <a:t>BE SURE IMAGE IS </a:t>
            </a:r>
            <a:br/>
            <a:r>
              <a:t>DARK ENOUGH SO TYPE AND </a:t>
            </a:r>
            <a:br/>
            <a:r>
              <a:t>LOGO ARE READABLE</a:t>
            </a:r>
          </a:p>
          <a:p>
            <a:br/>
            <a:r>
              <a:t>Be sure to send image to </a:t>
            </a:r>
            <a:br/>
            <a:r>
              <a:t>back so logo sits on top of image</a:t>
            </a:r>
            <a:br/>
            <a:br/>
            <a:br/>
            <a:br/>
            <a:br/>
            <a:br/>
            <a:br/>
            <a:br/>
            <a:br/>
            <a:endParaRPr/>
          </a:p>
        </p:txBody>
      </p:sp>
      <p:sp>
        <p:nvSpPr>
          <p:cNvPr id="2" name="Title 1">
            <a:extLst>
              <a:ext uri="{FF2B5EF4-FFF2-40B4-BE49-F238E27FC236}">
                <a16:creationId xmlns:a16="http://schemas.microsoft.com/office/drawing/2014/main" id="{14CCBE15-4B0D-489E-8EC3-3AFBDD790744}"/>
              </a:ext>
            </a:extLst>
          </p:cNvPr>
          <p:cNvSpPr>
            <a:spLocks noGrp="1"/>
          </p:cNvSpPr>
          <p:nvPr>
            <p:ph type="ctrTitle" hasCustomPrompt="1"/>
          </p:nvPr>
        </p:nvSpPr>
        <p:spPr>
          <a:xfrm>
            <a:off x="557786" y="2130386"/>
            <a:ext cx="4681728" cy="2011680"/>
          </a:xfrm>
        </p:spPr>
        <p:txBody>
          <a:bodyPr rIns="0" anchor="b"/>
          <a:lstStyle>
            <a:lvl1pPr>
              <a:lnSpc>
                <a:spcPct val="90000"/>
              </a:lnSpc>
              <a:buNone/>
              <a:defRPr sz="4000">
                <a:solidFill>
                  <a:schemeClr val="bg1"/>
                </a:solidFill>
              </a:defRPr>
            </a:lvl1pPr>
          </a:lstStyle>
          <a:p>
            <a:r>
              <a:t>Click to add title</a:t>
            </a:r>
          </a:p>
        </p:txBody>
      </p:sp>
      <p:sp>
        <p:nvSpPr>
          <p:cNvPr id="15" name="Text Placeholder 4">
            <a:extLst>
              <a:ext uri="{FF2B5EF4-FFF2-40B4-BE49-F238E27FC236}">
                <a16:creationId xmlns:a16="http://schemas.microsoft.com/office/drawing/2014/main" id="{A1368B2D-DD13-47A6-A43C-BDBB20C9B9CF}"/>
              </a:ext>
            </a:extLst>
          </p:cNvPr>
          <p:cNvSpPr>
            <a:spLocks noGrp="1"/>
          </p:cNvSpPr>
          <p:nvPr>
            <p:ph type="body" idx="17" hasCustomPrompt="1"/>
          </p:nvPr>
        </p:nvSpPr>
        <p:spPr>
          <a:xfrm>
            <a:off x="557784" y="4379002"/>
            <a:ext cx="3582017" cy="1262324"/>
          </a:xfrm>
        </p:spPr>
        <p:txBody>
          <a:bodyPr/>
          <a:lstStyle>
            <a:lvl1pPr>
              <a:buNone/>
              <a:defRPr sz="1500" b="1">
                <a:solidFill>
                  <a:schemeClr val="bg1"/>
                </a:solidFill>
                <a:latin typeface="+mn-lt"/>
                <a:ea typeface="+mn-lt"/>
                <a:cs typeface="+mn-lt"/>
              </a:defRPr>
            </a:lvl1pPr>
            <a:lvl2pPr marL="0" indent="0">
              <a:spcBef>
                <a:spcPts val="0"/>
              </a:spcBef>
              <a:spcAft>
                <a:spcPts val="2400"/>
              </a:spcAft>
              <a:buNone/>
              <a:defRPr sz="1300">
                <a:solidFill>
                  <a:schemeClr val="bg1"/>
                </a:solidFill>
                <a:latin typeface="+mn-lt"/>
                <a:ea typeface="+mn-lt"/>
                <a:cs typeface="+mn-lt"/>
              </a:defRPr>
            </a:lvl2pPr>
            <a:lvl3pPr marL="0" indent="0">
              <a:buNone/>
              <a:defRPr sz="1200">
                <a:solidFill>
                  <a:schemeClr val="bg1"/>
                </a:solidFill>
                <a:latin typeface="+mn-lt"/>
                <a:ea typeface="+mn-lt"/>
                <a:cs typeface="+mn-lt"/>
              </a:defRPr>
            </a:lvl3pPr>
            <a:lvl4pPr>
              <a:buNone/>
              <a:defRPr>
                <a:solidFill>
                  <a:schemeClr val="bg1"/>
                </a:solidFill>
              </a:defRPr>
            </a:lvl4pPr>
            <a:lvl5pPr>
              <a:buNone/>
              <a:defRPr>
                <a:solidFill>
                  <a:schemeClr val="bg1"/>
                </a:solidFill>
              </a:defRPr>
            </a:lvl5pPr>
          </a:lstStyle>
          <a:p>
            <a:pPr>
              <a:buNone/>
            </a:pPr>
            <a:r>
              <a:t>Presenter name</a:t>
            </a:r>
          </a:p>
          <a:p>
            <a:pPr>
              <a:buNone/>
            </a:pPr>
            <a:r>
              <a:t>Presenter title</a:t>
            </a:r>
          </a:p>
          <a:p>
            <a:pPr>
              <a:buNone/>
            </a:pPr>
            <a:r>
              <a:t>Date</a:t>
            </a:r>
          </a:p>
        </p:txBody>
      </p:sp>
      <p:pic>
        <p:nvPicPr>
          <p:cNvPr id="16" name="Graphic 11"/>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7784" y="430701"/>
            <a:ext cx="2871788" cy="35045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AA2D9-2E3E-4D7D-A604-91D8A4199A2D}"/>
              </a:ext>
            </a:extLst>
          </p:cNvPr>
          <p:cNvSpPr>
            <a:spLocks noGrp="1"/>
          </p:cNvSpPr>
          <p:nvPr>
            <p:ph type="ctrTitle" hasCustomPrompt="1"/>
          </p:nvPr>
        </p:nvSpPr>
        <p:spPr>
          <a:xfrm>
            <a:off x="557212" y="4634747"/>
            <a:ext cx="10561320" cy="795528"/>
          </a:xfrm>
        </p:spPr>
        <p:txBody>
          <a:bodyPr rIns="0" anchor="b"/>
          <a:lstStyle>
            <a:lvl1pPr>
              <a:lnSpc>
                <a:spcPct val="90000"/>
              </a:lnSpc>
              <a:buNone/>
              <a:defRPr sz="4000">
                <a:solidFill>
                  <a:schemeClr val="tx2"/>
                </a:solidFill>
              </a:defRPr>
            </a:lvl1pPr>
          </a:lstStyle>
          <a:p>
            <a:r>
              <a:t>Click to add title</a:t>
            </a:r>
          </a:p>
        </p:txBody>
      </p:sp>
      <p:sp>
        <p:nvSpPr>
          <p:cNvPr id="3" name="Subtitle 2">
            <a:extLst>
              <a:ext uri="{FF2B5EF4-FFF2-40B4-BE49-F238E27FC236}">
                <a16:creationId xmlns:a16="http://schemas.microsoft.com/office/drawing/2014/main" id="{3A8B85AC-0FBD-42F3-A472-E749A7840A2B}"/>
              </a:ext>
            </a:extLst>
          </p:cNvPr>
          <p:cNvSpPr>
            <a:spLocks noGrp="1"/>
          </p:cNvSpPr>
          <p:nvPr>
            <p:ph type="subTitle" idx="1" hasCustomPrompt="1"/>
          </p:nvPr>
        </p:nvSpPr>
        <p:spPr>
          <a:xfrm>
            <a:off x="557212" y="5578043"/>
            <a:ext cx="10561320" cy="488460"/>
          </a:xfrm>
        </p:spPr>
        <p:txBody>
          <a:bodyPr/>
          <a:lstStyle>
            <a:lvl1pPr marL="0" indent="0" algn="l">
              <a:spcBef>
                <a:spcPts val="0"/>
              </a:spcBef>
              <a:buNone/>
              <a:defRPr sz="1500" b="1">
                <a:solidFill>
                  <a:schemeClr val="tx2"/>
                </a:solidFill>
              </a:defRPr>
            </a:lvl1pPr>
            <a:lvl2pPr marL="0" indent="0" algn="l">
              <a:spcBef>
                <a:spcPts val="0"/>
              </a:spcBef>
              <a:buNone/>
              <a:defRPr>
                <a:solidFill>
                  <a:schemeClr val="tx2"/>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presenter information</a:t>
            </a:r>
          </a:p>
          <a:p>
            <a:pPr>
              <a:buNone/>
            </a:pPr>
            <a:r>
              <a:t>Title here</a:t>
            </a:r>
          </a:p>
        </p:txBody>
      </p:sp>
      <p:sp>
        <p:nvSpPr>
          <p:cNvPr id="31" name="Text Placeholder 4">
            <a:extLst>
              <a:ext uri="{FF2B5EF4-FFF2-40B4-BE49-F238E27FC236}">
                <a16:creationId xmlns:a16="http://schemas.microsoft.com/office/drawing/2014/main" id="{82323A7D-5761-4AEF-8E75-65750A20EB3B}"/>
              </a:ext>
            </a:extLst>
          </p:cNvPr>
          <p:cNvSpPr>
            <a:spLocks noGrp="1"/>
          </p:cNvSpPr>
          <p:nvPr>
            <p:ph type="body" idx="18" hasCustomPrompt="1"/>
          </p:nvPr>
        </p:nvSpPr>
        <p:spPr>
          <a:xfrm>
            <a:off x="8833499" y="6371584"/>
            <a:ext cx="2798064" cy="201168"/>
          </a:xfrm>
          <a:prstGeom prst="rect">
            <a:avLst/>
          </a:prstGeom>
        </p:spPr>
        <p:txBody>
          <a:bodyPr>
            <a:noAutofit/>
          </a:bodyPr>
          <a:lstStyle>
            <a:lvl1pPr algn="r">
              <a:buNone/>
              <a:defRPr sz="1200" b="0">
                <a:solidFill>
                  <a:schemeClr val="tx2"/>
                </a:solidFill>
                <a:latin typeface="+mn-lt"/>
                <a:ea typeface="+mn-lt"/>
                <a:cs typeface="+mn-lt"/>
              </a:defRPr>
            </a:lvl1pPr>
            <a:lvl2pPr algn="r">
              <a:buNone/>
              <a:defRPr b="1">
                <a:solidFill>
                  <a:schemeClr val="tx2"/>
                </a:solidFill>
                <a:latin typeface="+mn-lt"/>
                <a:ea typeface="+mn-lt"/>
                <a:cs typeface="+mn-lt"/>
              </a:defRPr>
            </a:lvl2pPr>
          </a:lstStyle>
          <a:p>
            <a:pPr>
              <a:buNone/>
            </a:pPr>
            <a:r>
              <a:t>Click to add date</a:t>
            </a:r>
          </a:p>
          <a:p>
            <a:pPr>
              <a:buNone/>
            </a:pPr>
            <a:endParaRPr/>
          </a:p>
        </p:txBody>
      </p:sp>
      <p:sp>
        <p:nvSpPr>
          <p:cNvPr id="6" name="Picture Placeholder 5">
            <a:extLst>
              <a:ext uri="{FF2B5EF4-FFF2-40B4-BE49-F238E27FC236}">
                <a16:creationId xmlns:a16="http://schemas.microsoft.com/office/drawing/2014/main" id="{3F869ED5-AC1E-4039-94B8-07F41FF5B239}"/>
              </a:ext>
            </a:extLst>
          </p:cNvPr>
          <p:cNvSpPr>
            <a:spLocks noGrp="1"/>
          </p:cNvSpPr>
          <p:nvPr>
            <p:ph type="pic" idx="10" hasCustomPrompt="1"/>
          </p:nvPr>
        </p:nvSpPr>
        <p:spPr>
          <a:xfrm>
            <a:off x="0" y="0"/>
            <a:ext cx="12188825" cy="4350553"/>
          </a:xfrm>
          <a:prstGeom prst="rect">
            <a:avLst/>
          </a:prstGeom>
          <a:solidFill>
            <a:schemeClr val="bg1">
              <a:lumMod val="85000"/>
            </a:schemeClr>
          </a:solidFill>
        </p:spPr>
        <p:txBody>
          <a:bodyPr anchor="ctr"/>
          <a:lstStyle>
            <a:lvl1pPr algn="ctr">
              <a:lnSpc>
                <a:spcPct val="80000"/>
              </a:lnSpc>
              <a:buNone/>
              <a:defRPr sz="6600" b="1">
                <a:solidFill>
                  <a:schemeClr val="bg2"/>
                </a:solidFill>
                <a:latin typeface="+mn-lt"/>
                <a:ea typeface="+mn-lt"/>
                <a:cs typeface="+mn-lt"/>
              </a:defRPr>
            </a:lvl1pPr>
          </a:lstStyle>
          <a:p>
            <a:r>
              <a:t>IMAGE</a:t>
            </a:r>
          </a:p>
        </p:txBody>
      </p:sp>
      <p:pic>
        <p:nvPicPr>
          <p:cNvPr id="33" name="Graphic 4"/>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7784" y="430701"/>
            <a:ext cx="2871788" cy="35045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7" name="Picture Placeholder 5">
            <a:extLst>
              <a:ext uri="{FF2B5EF4-FFF2-40B4-BE49-F238E27FC236}">
                <a16:creationId xmlns:a16="http://schemas.microsoft.com/office/drawing/2014/main" id="{767FAB20-8704-40ED-BC6D-0EE8309B35A4}"/>
              </a:ext>
            </a:extLst>
          </p:cNvPr>
          <p:cNvSpPr>
            <a:spLocks noGrp="1"/>
          </p:cNvSpPr>
          <p:nvPr>
            <p:ph type="pic" idx="10" hasCustomPrompt="1"/>
          </p:nvPr>
        </p:nvSpPr>
        <p:spPr>
          <a:xfrm>
            <a:off x="0" y="0"/>
            <a:ext cx="12188825" cy="4350553"/>
          </a:xfrm>
          <a:prstGeom prst="rect">
            <a:avLst/>
          </a:prstGeom>
          <a:solidFill>
            <a:schemeClr val="bg1">
              <a:lumMod val="85000"/>
            </a:schemeClr>
          </a:solidFill>
        </p:spPr>
        <p:txBody>
          <a:bodyPr anchor="ctr"/>
          <a:lstStyle>
            <a:lvl1pPr algn="ctr">
              <a:lnSpc>
                <a:spcPct val="80000"/>
              </a:lnSpc>
              <a:buNone/>
              <a:defRPr sz="6600" b="1">
                <a:solidFill>
                  <a:schemeClr val="bg2"/>
                </a:solidFill>
                <a:latin typeface="+mn-lt"/>
                <a:ea typeface="+mn-lt"/>
                <a:cs typeface="+mn-lt"/>
              </a:defRPr>
            </a:lvl1pPr>
          </a:lstStyle>
          <a:p>
            <a:r>
              <a:t>IMAGE</a:t>
            </a:r>
          </a:p>
        </p:txBody>
      </p:sp>
      <p:sp>
        <p:nvSpPr>
          <p:cNvPr id="14" name="Rectangle 13">
            <a:extLst>
              <a:ext uri="{FF2B5EF4-FFF2-40B4-BE49-F238E27FC236}">
                <a16:creationId xmlns:a16="http://schemas.microsoft.com/office/drawing/2014/main" id="{A8475144-A8AF-4C31-A022-05A109EC64D7}"/>
              </a:ext>
            </a:extLst>
          </p:cNvPr>
          <p:cNvSpPr>
            <a:spLocks noGrp="1"/>
          </p:cNvSpPr>
          <p:nvPr/>
        </p:nvSpPr>
        <p:spPr>
          <a:xfrm>
            <a:off x="0" y="4350553"/>
            <a:ext cx="12188825" cy="2507447"/>
          </a:xfrm>
          <a:prstGeom prst="rect">
            <a:avLst/>
          </a:prstGeom>
          <a:solidFill>
            <a:srgbClr val="0B315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anchor="ctr">
            <a:noAutofit/>
          </a:bodyPr>
          <a:lstStyle/>
          <a:p>
            <a:pPr algn="ctr">
              <a:buNone/>
            </a:pPr>
            <a:endParaRPr/>
          </a:p>
        </p:txBody>
      </p:sp>
      <p:sp>
        <p:nvSpPr>
          <p:cNvPr id="2" name="Title 1">
            <a:extLst>
              <a:ext uri="{FF2B5EF4-FFF2-40B4-BE49-F238E27FC236}">
                <a16:creationId xmlns:a16="http://schemas.microsoft.com/office/drawing/2014/main" id="{960931E0-C0F3-420C-89E1-60FAC3E43DAE}"/>
              </a:ext>
            </a:extLst>
          </p:cNvPr>
          <p:cNvSpPr>
            <a:spLocks noGrp="1"/>
          </p:cNvSpPr>
          <p:nvPr>
            <p:ph type="ctrTitle" hasCustomPrompt="1"/>
          </p:nvPr>
        </p:nvSpPr>
        <p:spPr>
          <a:xfrm>
            <a:off x="557212" y="4634747"/>
            <a:ext cx="10561320" cy="795528"/>
          </a:xfrm>
        </p:spPr>
        <p:txBody>
          <a:bodyPr rIns="0" anchor="b"/>
          <a:lstStyle>
            <a:lvl1pPr>
              <a:lnSpc>
                <a:spcPct val="90000"/>
              </a:lnSpc>
              <a:buNone/>
              <a:defRPr sz="4000">
                <a:solidFill>
                  <a:schemeClr val="bg1"/>
                </a:solidFill>
              </a:defRPr>
            </a:lvl1pPr>
          </a:lstStyle>
          <a:p>
            <a:r>
              <a:t>Click to add title</a:t>
            </a:r>
          </a:p>
        </p:txBody>
      </p:sp>
      <p:sp>
        <p:nvSpPr>
          <p:cNvPr id="8" name="Subtitle 2">
            <a:extLst>
              <a:ext uri="{FF2B5EF4-FFF2-40B4-BE49-F238E27FC236}">
                <a16:creationId xmlns:a16="http://schemas.microsoft.com/office/drawing/2014/main" id="{85EBBC54-9455-4FAF-8A7A-A2C1CCBAE409}"/>
              </a:ext>
            </a:extLst>
          </p:cNvPr>
          <p:cNvSpPr>
            <a:spLocks noGrp="1"/>
          </p:cNvSpPr>
          <p:nvPr>
            <p:ph type="subTitle" idx="1" hasCustomPrompt="1"/>
          </p:nvPr>
        </p:nvSpPr>
        <p:spPr>
          <a:xfrm>
            <a:off x="557212" y="5578043"/>
            <a:ext cx="10561320" cy="488460"/>
          </a:xfrm>
        </p:spPr>
        <p:txBody>
          <a:bodyPr/>
          <a:lstStyle>
            <a:lvl1pPr marL="0" indent="0" algn="l">
              <a:spcBef>
                <a:spcPts val="0"/>
              </a:spcBef>
              <a:buNone/>
              <a:defRPr sz="1500" b="1">
                <a:solidFill>
                  <a:schemeClr val="bg1"/>
                </a:solidFill>
              </a:defRPr>
            </a:lvl1pPr>
            <a:lvl2pPr marL="0" indent="0" algn="l">
              <a:spcBef>
                <a:spcPts val="0"/>
              </a:spcBef>
              <a:buNone/>
              <a:defRPr>
                <a:solidFill>
                  <a:schemeClr val="bg1"/>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presenter information</a:t>
            </a:r>
          </a:p>
          <a:p>
            <a:pPr>
              <a:buNone/>
            </a:pPr>
            <a:r>
              <a:t>Title here</a:t>
            </a:r>
          </a:p>
        </p:txBody>
      </p:sp>
      <p:sp>
        <p:nvSpPr>
          <p:cNvPr id="31" name="Text Placeholder 4">
            <a:extLst>
              <a:ext uri="{FF2B5EF4-FFF2-40B4-BE49-F238E27FC236}">
                <a16:creationId xmlns:a16="http://schemas.microsoft.com/office/drawing/2014/main" id="{82323A7D-5761-4AEF-8E75-65750A20EB3B}"/>
              </a:ext>
            </a:extLst>
          </p:cNvPr>
          <p:cNvSpPr>
            <a:spLocks noGrp="1"/>
          </p:cNvSpPr>
          <p:nvPr>
            <p:ph type="body" idx="18" hasCustomPrompt="1"/>
          </p:nvPr>
        </p:nvSpPr>
        <p:spPr>
          <a:xfrm>
            <a:off x="8833499" y="6371584"/>
            <a:ext cx="2798064" cy="201168"/>
          </a:xfrm>
          <a:prstGeom prst="rect">
            <a:avLst/>
          </a:prstGeom>
        </p:spPr>
        <p:txBody>
          <a:bodyPr>
            <a:noAutofit/>
          </a:bodyPr>
          <a:lstStyle>
            <a:lvl1pPr algn="r">
              <a:buNone/>
              <a:defRPr sz="1200" b="0">
                <a:solidFill>
                  <a:schemeClr val="bg1"/>
                </a:solidFill>
                <a:latin typeface="+mn-lt"/>
                <a:ea typeface="+mn-lt"/>
                <a:cs typeface="+mn-lt"/>
              </a:defRPr>
            </a:lvl1pPr>
            <a:lvl2pPr algn="r">
              <a:buNone/>
              <a:defRPr b="1">
                <a:solidFill>
                  <a:schemeClr val="bg1"/>
                </a:solidFill>
                <a:latin typeface="+mn-lt"/>
                <a:ea typeface="+mn-lt"/>
                <a:cs typeface="+mn-lt"/>
              </a:defRPr>
            </a:lvl2pPr>
          </a:lstStyle>
          <a:p>
            <a:pPr>
              <a:buNone/>
            </a:pPr>
            <a:r>
              <a:t>Click to add date</a:t>
            </a:r>
          </a:p>
          <a:p>
            <a:pPr>
              <a:buNone/>
            </a:pPr>
            <a:endParaRPr/>
          </a:p>
        </p:txBody>
      </p:sp>
      <p:pic>
        <p:nvPicPr>
          <p:cNvPr id="32" name="Graphic 12"/>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7784" y="430701"/>
            <a:ext cx="2871788" cy="350455"/>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8AE73-FAC7-48CF-B5ED-65582D3F3667}"/>
              </a:ext>
            </a:extLst>
          </p:cNvPr>
          <p:cNvSpPr>
            <a:spLocks noGrp="1"/>
          </p:cNvSpPr>
          <p:nvPr>
            <p:ph type="ctrTitle" hasCustomPrompt="1"/>
          </p:nvPr>
        </p:nvSpPr>
        <p:spPr>
          <a:xfrm>
            <a:off x="557786" y="2130386"/>
            <a:ext cx="4681728" cy="2011680"/>
          </a:xfrm>
        </p:spPr>
        <p:txBody>
          <a:bodyPr rIns="0" anchor="b"/>
          <a:lstStyle>
            <a:lvl1pPr>
              <a:lnSpc>
                <a:spcPct val="90000"/>
              </a:lnSpc>
              <a:buNone/>
              <a:defRPr sz="4000">
                <a:solidFill>
                  <a:schemeClr val="tx2"/>
                </a:solidFill>
              </a:defRPr>
            </a:lvl1pPr>
          </a:lstStyle>
          <a:p>
            <a:r>
              <a:t>Click to add title</a:t>
            </a:r>
          </a:p>
        </p:txBody>
      </p:sp>
      <p:sp>
        <p:nvSpPr>
          <p:cNvPr id="15" name="Text Placeholder 4">
            <a:extLst>
              <a:ext uri="{FF2B5EF4-FFF2-40B4-BE49-F238E27FC236}">
                <a16:creationId xmlns:a16="http://schemas.microsoft.com/office/drawing/2014/main" id="{BF5B73D0-BE34-4790-9447-29CB7A211C52}"/>
              </a:ext>
            </a:extLst>
          </p:cNvPr>
          <p:cNvSpPr>
            <a:spLocks noGrp="1"/>
          </p:cNvSpPr>
          <p:nvPr>
            <p:ph type="body" idx="17" hasCustomPrompt="1"/>
          </p:nvPr>
        </p:nvSpPr>
        <p:spPr>
          <a:xfrm>
            <a:off x="557784" y="4379002"/>
            <a:ext cx="3582017" cy="1262324"/>
          </a:xfrm>
        </p:spPr>
        <p:txBody>
          <a:bodyPr/>
          <a:lstStyle>
            <a:lvl1pPr>
              <a:buNone/>
              <a:defRPr sz="1500" b="1">
                <a:solidFill>
                  <a:schemeClr val="tx2"/>
                </a:solidFill>
                <a:latin typeface="+mn-lt"/>
                <a:ea typeface="+mn-lt"/>
                <a:cs typeface="+mn-lt"/>
              </a:defRPr>
            </a:lvl1pPr>
            <a:lvl2pPr marL="0" indent="0">
              <a:spcBef>
                <a:spcPts val="0"/>
              </a:spcBef>
              <a:spcAft>
                <a:spcPts val="2400"/>
              </a:spcAft>
              <a:buNone/>
              <a:defRPr sz="1300">
                <a:solidFill>
                  <a:schemeClr val="tx2"/>
                </a:solidFill>
                <a:latin typeface="+mn-lt"/>
                <a:ea typeface="+mn-lt"/>
                <a:cs typeface="+mn-lt"/>
              </a:defRPr>
            </a:lvl2pPr>
            <a:lvl3pPr marL="0" indent="0">
              <a:buNone/>
              <a:defRPr sz="1200">
                <a:solidFill>
                  <a:schemeClr val="tx2"/>
                </a:solidFill>
                <a:latin typeface="+mn-lt"/>
                <a:ea typeface="+mn-lt"/>
                <a:cs typeface="+mn-lt"/>
              </a:defRPr>
            </a:lvl3pPr>
            <a:lvl4pPr>
              <a:buNone/>
              <a:defRPr>
                <a:solidFill>
                  <a:schemeClr val="bg1"/>
                </a:solidFill>
              </a:defRPr>
            </a:lvl4pPr>
            <a:lvl5pPr>
              <a:buNone/>
              <a:defRPr>
                <a:solidFill>
                  <a:schemeClr val="bg1"/>
                </a:solidFill>
              </a:defRPr>
            </a:lvl5pPr>
          </a:lstStyle>
          <a:p>
            <a:pPr marL="0" indent="0" algn="l">
              <a:lnSpc>
                <a:spcPct val="108000"/>
              </a:lnSpc>
              <a:spcBef>
                <a:spcPts val="1800"/>
              </a:spcBef>
              <a:buNone/>
            </a:pPr>
            <a:r>
              <a:t>Presenter name</a:t>
            </a:r>
          </a:p>
          <a:p>
            <a:pPr>
              <a:buNone/>
            </a:pPr>
            <a:r>
              <a:t>Presenter title</a:t>
            </a:r>
          </a:p>
          <a:p>
            <a:pPr>
              <a:buNone/>
            </a:pPr>
            <a:r>
              <a:t>Date</a:t>
            </a:r>
          </a:p>
        </p:txBody>
      </p:sp>
      <p:pic>
        <p:nvPicPr>
          <p:cNvPr id="16" name="Graphic 10"/>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7784" y="430701"/>
            <a:ext cx="2871788" cy="350455"/>
          </a:xfrm>
          <a:prstGeom prst="rect">
            <a:avLst/>
          </a:prstGeom>
        </p:spPr>
      </p:pic>
      <p:sp>
        <p:nvSpPr>
          <p:cNvPr id="5" name="Picture Placeholder 6">
            <a:extLst>
              <a:ext uri="{FF2B5EF4-FFF2-40B4-BE49-F238E27FC236}">
                <a16:creationId xmlns:a16="http://schemas.microsoft.com/office/drawing/2014/main" id="{9EBE87D4-5164-4D82-9272-C823D804D719}"/>
              </a:ext>
            </a:extLst>
          </p:cNvPr>
          <p:cNvSpPr>
            <a:spLocks noGrp="1"/>
          </p:cNvSpPr>
          <p:nvPr>
            <p:ph type="pic" idx="16" hasCustomPrompt="1"/>
          </p:nvPr>
        </p:nvSpPr>
        <p:spPr>
          <a:xfrm>
            <a:off x="6094412" y="0"/>
            <a:ext cx="6094413" cy="6858000"/>
          </a:xfrm>
          <a:prstGeom prst="rect">
            <a:avLst/>
          </a:prstGeom>
          <a:solidFill>
            <a:schemeClr val="bg1">
              <a:lumMod val="85000"/>
            </a:schemeClr>
          </a:solidFill>
        </p:spPr>
        <p:txBody>
          <a:bodyPr anchor="ctr"/>
          <a:lstStyle>
            <a:lvl1pPr algn="ctr">
              <a:spcBef>
                <a:spcPts val="0"/>
              </a:spcBef>
              <a:spcAft>
                <a:spcPts val="0"/>
              </a:spcAft>
              <a:buNone/>
              <a:defRPr sz="6600" b="1">
                <a:solidFill>
                  <a:schemeClr val="bg2"/>
                </a:solidFill>
                <a:latin typeface="+mn-lt"/>
                <a:ea typeface="+mn-lt"/>
                <a:cs typeface="+mn-lt"/>
              </a:defRPr>
            </a:lvl1pPr>
          </a:lstStyle>
          <a:p>
            <a:br/>
            <a:r>
              <a:t>IMAGE</a:t>
            </a:r>
            <a:br/>
            <a:br/>
            <a:b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7 Parter-brande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FF5A7F6-20C2-4507-801C-E1C205928513}"/>
              </a:ext>
            </a:extLst>
          </p:cNvPr>
          <p:cNvSpPr>
            <a:spLocks noGrp="1"/>
          </p:cNvSpPr>
          <p:nvPr>
            <p:ph type="ctrTitle" hasCustomPrompt="1"/>
          </p:nvPr>
        </p:nvSpPr>
        <p:spPr>
          <a:xfrm>
            <a:off x="557786" y="1637977"/>
            <a:ext cx="4681728" cy="2011680"/>
          </a:xfrm>
        </p:spPr>
        <p:txBody>
          <a:bodyPr rIns="0" anchor="b"/>
          <a:lstStyle>
            <a:lvl1pPr>
              <a:lnSpc>
                <a:spcPct val="90000"/>
              </a:lnSpc>
              <a:buNone/>
              <a:defRPr sz="4000">
                <a:solidFill>
                  <a:schemeClr val="tx2"/>
                </a:solidFill>
              </a:defRPr>
            </a:lvl1pPr>
          </a:lstStyle>
          <a:p>
            <a:r>
              <a:t>Click to add title</a:t>
            </a:r>
          </a:p>
        </p:txBody>
      </p:sp>
      <p:sp>
        <p:nvSpPr>
          <p:cNvPr id="12" name="Text Placeholder 4">
            <a:extLst>
              <a:ext uri="{FF2B5EF4-FFF2-40B4-BE49-F238E27FC236}">
                <a16:creationId xmlns:a16="http://schemas.microsoft.com/office/drawing/2014/main" id="{CD005736-4228-4541-9830-748A037770AC}"/>
              </a:ext>
            </a:extLst>
          </p:cNvPr>
          <p:cNvSpPr>
            <a:spLocks noGrp="1"/>
          </p:cNvSpPr>
          <p:nvPr>
            <p:ph type="body" idx="17" hasCustomPrompt="1"/>
          </p:nvPr>
        </p:nvSpPr>
        <p:spPr>
          <a:xfrm>
            <a:off x="557784" y="3886593"/>
            <a:ext cx="3582017" cy="1262324"/>
          </a:xfrm>
        </p:spPr>
        <p:txBody>
          <a:bodyPr/>
          <a:lstStyle>
            <a:lvl1pPr>
              <a:buNone/>
              <a:defRPr sz="1500" b="1">
                <a:solidFill>
                  <a:schemeClr val="tx2"/>
                </a:solidFill>
                <a:latin typeface="+mn-lt"/>
                <a:ea typeface="+mn-lt"/>
                <a:cs typeface="+mn-lt"/>
              </a:defRPr>
            </a:lvl1pPr>
            <a:lvl2pPr marL="0" indent="0">
              <a:spcBef>
                <a:spcPts val="0"/>
              </a:spcBef>
              <a:spcAft>
                <a:spcPts val="2400"/>
              </a:spcAft>
              <a:buNone/>
              <a:defRPr sz="1300">
                <a:solidFill>
                  <a:schemeClr val="tx2"/>
                </a:solidFill>
                <a:latin typeface="+mn-lt"/>
                <a:ea typeface="+mn-lt"/>
                <a:cs typeface="+mn-lt"/>
              </a:defRPr>
            </a:lvl2pPr>
            <a:lvl3pPr marL="0" indent="0">
              <a:buNone/>
              <a:defRPr sz="1200">
                <a:solidFill>
                  <a:schemeClr val="tx2"/>
                </a:solidFill>
                <a:latin typeface="+mn-lt"/>
                <a:ea typeface="+mn-lt"/>
                <a:cs typeface="+mn-lt"/>
              </a:defRPr>
            </a:lvl3pPr>
            <a:lvl4pPr>
              <a:buNone/>
              <a:defRPr>
                <a:solidFill>
                  <a:schemeClr val="bg1"/>
                </a:solidFill>
              </a:defRPr>
            </a:lvl4pPr>
            <a:lvl5pPr>
              <a:buNone/>
              <a:defRPr>
                <a:solidFill>
                  <a:schemeClr val="bg1"/>
                </a:solidFill>
              </a:defRPr>
            </a:lvl5pPr>
          </a:lstStyle>
          <a:p>
            <a:pPr marL="0" indent="0" algn="l">
              <a:lnSpc>
                <a:spcPct val="108000"/>
              </a:lnSpc>
              <a:spcBef>
                <a:spcPts val="1800"/>
              </a:spcBef>
              <a:buNone/>
            </a:pPr>
            <a:r>
              <a:t>Presenter name</a:t>
            </a:r>
          </a:p>
          <a:p>
            <a:pPr>
              <a:buNone/>
            </a:pPr>
            <a:r>
              <a:t>Presenter title</a:t>
            </a:r>
          </a:p>
          <a:p>
            <a:pPr>
              <a:buNone/>
            </a:pPr>
            <a:r>
              <a:t>Date</a:t>
            </a:r>
          </a:p>
        </p:txBody>
      </p:sp>
      <p:pic>
        <p:nvPicPr>
          <p:cNvPr id="13" name="Graphic 12"/>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7784" y="5836062"/>
            <a:ext cx="2871788" cy="350455"/>
          </a:xfrm>
          <a:prstGeom prst="rect">
            <a:avLst/>
          </a:prstGeom>
        </p:spPr>
      </p:pic>
      <p:sp>
        <p:nvSpPr>
          <p:cNvPr id="3" name="Picture Placeholder 2">
            <a:extLst>
              <a:ext uri="{FF2B5EF4-FFF2-40B4-BE49-F238E27FC236}">
                <a16:creationId xmlns:a16="http://schemas.microsoft.com/office/drawing/2014/main" id="{356871D9-AE12-49B5-A916-42628F61B8D9}"/>
              </a:ext>
            </a:extLst>
          </p:cNvPr>
          <p:cNvSpPr>
            <a:spLocks noGrp="1"/>
          </p:cNvSpPr>
          <p:nvPr>
            <p:ph type="pic" idx="21" hasCustomPrompt="1"/>
          </p:nvPr>
        </p:nvSpPr>
        <p:spPr>
          <a:xfrm>
            <a:off x="549204" y="566377"/>
            <a:ext cx="1463040" cy="649224"/>
          </a:xfrm>
          <a:prstGeom prst="rect">
            <a:avLst/>
          </a:prstGeom>
          <a:solidFill>
            <a:schemeClr val="bg2"/>
          </a:solidFill>
        </p:spPr>
        <p:txBody>
          <a:bodyPr anchor="ctr"/>
          <a:lstStyle>
            <a:lvl1pPr algn="ctr">
              <a:buNone/>
              <a:defRPr sz="1100"/>
            </a:lvl1pPr>
          </a:lstStyle>
          <a:p>
            <a:r>
              <a:t>PARTNER LOGO</a:t>
            </a:r>
          </a:p>
        </p:txBody>
      </p:sp>
      <p:sp>
        <p:nvSpPr>
          <p:cNvPr id="6" name="Picture Placeholder 6">
            <a:extLst>
              <a:ext uri="{FF2B5EF4-FFF2-40B4-BE49-F238E27FC236}">
                <a16:creationId xmlns:a16="http://schemas.microsoft.com/office/drawing/2014/main" id="{466ABCE3-7885-437A-89A0-8897D7868BDE}"/>
              </a:ext>
            </a:extLst>
          </p:cNvPr>
          <p:cNvSpPr>
            <a:spLocks noGrp="1"/>
          </p:cNvSpPr>
          <p:nvPr>
            <p:ph type="pic" idx="16" hasCustomPrompt="1"/>
          </p:nvPr>
        </p:nvSpPr>
        <p:spPr>
          <a:xfrm>
            <a:off x="6094412" y="0"/>
            <a:ext cx="6094413" cy="6858000"/>
          </a:xfrm>
          <a:prstGeom prst="rect">
            <a:avLst/>
          </a:prstGeom>
          <a:solidFill>
            <a:schemeClr val="bg1">
              <a:lumMod val="85000"/>
            </a:schemeClr>
          </a:solidFill>
        </p:spPr>
        <p:txBody>
          <a:bodyPr anchor="ctr"/>
          <a:lstStyle>
            <a:lvl1pPr algn="ctr">
              <a:spcBef>
                <a:spcPts val="0"/>
              </a:spcBef>
              <a:spcAft>
                <a:spcPts val="0"/>
              </a:spcAft>
              <a:buNone/>
              <a:defRPr sz="6600" b="1">
                <a:solidFill>
                  <a:schemeClr val="bg2"/>
                </a:solidFill>
                <a:latin typeface="+mn-lt"/>
                <a:ea typeface="+mn-lt"/>
                <a:cs typeface="+mn-lt"/>
              </a:defRPr>
            </a:lvl1pPr>
          </a:lstStyle>
          <a:p>
            <a:br/>
            <a:r>
              <a:t>IMAGE</a:t>
            </a:r>
            <a:br/>
            <a:br/>
            <a:b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15A95E4-50A0-4442-B665-9A342851EB0B}"/>
              </a:ext>
            </a:extLst>
          </p:cNvPr>
          <p:cNvSpPr>
            <a:spLocks noGrp="1"/>
          </p:cNvSpPr>
          <p:nvPr>
            <p:ph type="title" hasCustomPrompt="1"/>
          </p:nvPr>
        </p:nvSpPr>
        <p:spPr>
          <a:xfrm>
            <a:off x="557784" y="530351"/>
            <a:ext cx="9665208" cy="713232"/>
          </a:xfrm>
        </p:spPr>
        <p:txBody>
          <a:bodyPr/>
          <a:lstStyle>
            <a:lvl1pPr>
              <a:buNone/>
              <a:defRPr sz="4800">
                <a:solidFill>
                  <a:schemeClr val="accent6"/>
                </a:solidFill>
              </a:defRPr>
            </a:lvl1pPr>
          </a:lstStyle>
          <a:p>
            <a:r>
              <a:t>Agenda</a:t>
            </a:r>
          </a:p>
        </p:txBody>
      </p:sp>
      <p:sp>
        <p:nvSpPr>
          <p:cNvPr id="5" name="Text Placeholder 4">
            <a:extLst>
              <a:ext uri="{FF2B5EF4-FFF2-40B4-BE49-F238E27FC236}">
                <a16:creationId xmlns:a16="http://schemas.microsoft.com/office/drawing/2014/main" id="{2FD1AE4B-3940-4512-9553-E730083F2B2B}"/>
              </a:ext>
            </a:extLst>
          </p:cNvPr>
          <p:cNvSpPr>
            <a:spLocks noGrp="1"/>
          </p:cNvSpPr>
          <p:nvPr>
            <p:ph type="body" idx="15" hasCustomPrompt="1"/>
          </p:nvPr>
        </p:nvSpPr>
        <p:spPr>
          <a:xfrm>
            <a:off x="557784" y="1755739"/>
            <a:ext cx="8586216" cy="3985305"/>
          </a:xfrm>
        </p:spPr>
        <p:txBody>
          <a:bodyPr/>
          <a:lstStyle>
            <a:lvl1pPr>
              <a:lnSpc>
                <a:spcPct val="100000"/>
              </a:lnSpc>
              <a:spcBef>
                <a:spcPts val="1800"/>
              </a:spcBef>
              <a:spcAft>
                <a:spcPts val="0"/>
              </a:spcAft>
              <a:buNone/>
              <a:defRPr sz="1800" b="1">
                <a:solidFill>
                  <a:schemeClr val="tx2"/>
                </a:solidFill>
                <a:latin typeface="+mn-lt"/>
                <a:ea typeface="+mn-lt"/>
                <a:cs typeface="+mn-lt"/>
              </a:defRPr>
            </a:lvl1pPr>
            <a:lvl2pPr marL="0" indent="0">
              <a:spcBef>
                <a:spcPts val="0"/>
              </a:spcBef>
              <a:spcAft>
                <a:spcPts val="0"/>
              </a:spcAft>
              <a:buNone/>
              <a:defRPr sz="1300">
                <a:solidFill>
                  <a:schemeClr val="tx2"/>
                </a:solidFill>
                <a:latin typeface="+mn-lt"/>
                <a:ea typeface="+mn-lt"/>
                <a:cs typeface="+mn-lt"/>
              </a:defRPr>
            </a:lvl2pPr>
            <a:lvl3pPr marL="177800" indent="-177800">
              <a:spcBef>
                <a:spcPts val="600"/>
              </a:spcBef>
              <a:buChar char="•"/>
              <a:defRPr sz="1300">
                <a:latin typeface="+mn-lt"/>
                <a:ea typeface="+mn-lt"/>
                <a:cs typeface="+mn-lt"/>
              </a:defRPr>
            </a:lvl3pPr>
            <a:lvl4pPr marL="342900" indent="-165100">
              <a:spcBef>
                <a:spcPts val="600"/>
              </a:spcBef>
              <a:buChar char="–"/>
              <a:defRPr sz="1300">
                <a:latin typeface="+mn-lt"/>
                <a:ea typeface="+mn-lt"/>
                <a:cs typeface="+mn-lt"/>
              </a:defRPr>
            </a:lvl4pPr>
            <a:lvl5pPr marL="520700" indent="-177800">
              <a:spcBef>
                <a:spcPts val="600"/>
              </a:spcBef>
              <a:buChar char="•"/>
              <a:defRPr sz="1300">
                <a:latin typeface="+mn-lt"/>
                <a:ea typeface="+mn-lt"/>
                <a:cs typeface="+mn-lt"/>
              </a:defRPr>
            </a:lvl5pPr>
            <a:lvl6pPr marL="685800" indent="-165100">
              <a:spcBef>
                <a:spcPts val="600"/>
              </a:spcBef>
              <a:buChar char="–"/>
              <a:defRPr sz="1300">
                <a:latin typeface="+mn-lt"/>
                <a:ea typeface="+mn-lt"/>
                <a:cs typeface="+mn-lt"/>
              </a:defRPr>
            </a:lvl6pPr>
            <a:lvl7pPr marL="863600" indent="-177800">
              <a:spcBef>
                <a:spcPts val="600"/>
              </a:spcBef>
              <a:buChar char="•"/>
              <a:defRPr sz="1300">
                <a:latin typeface="+mn-lt"/>
                <a:ea typeface="+mn-lt"/>
                <a:cs typeface="+mn-lt"/>
              </a:defRPr>
            </a:lvl7pPr>
            <a:lvl8pPr marL="1028700" indent="-165100">
              <a:spcBef>
                <a:spcPts val="600"/>
              </a:spcBef>
              <a:buChar char="–"/>
              <a:defRPr sz="1300">
                <a:latin typeface="+mn-lt"/>
                <a:ea typeface="+mn-lt"/>
                <a:cs typeface="+mn-lt"/>
              </a:defRPr>
            </a:lvl8pPr>
            <a:lvl9pPr marL="1206500" indent="-177800">
              <a:spcBef>
                <a:spcPts val="600"/>
              </a:spcBef>
              <a:buChar char="•"/>
              <a:defRPr sz="1300">
                <a:latin typeface="+mn-lt"/>
                <a:ea typeface="+mn-lt"/>
                <a:cs typeface="+mn-lt"/>
              </a:defRPr>
            </a:lvl9pPr>
          </a:lstStyle>
          <a:p>
            <a:pPr>
              <a:buNone/>
            </a:pPr>
            <a:r>
              <a:t>Click to add header</a:t>
            </a:r>
          </a:p>
          <a:p>
            <a:pPr>
              <a:buNone/>
            </a:pPr>
            <a:r>
              <a:t>Body text</a:t>
            </a:r>
          </a:p>
          <a:p>
            <a:pPr>
              <a:buNone/>
            </a:pPr>
            <a:r>
              <a:t>First-level bullet</a:t>
            </a:r>
          </a:p>
          <a:p>
            <a:pPr>
              <a:buNone/>
            </a:pPr>
            <a:r>
              <a:t>Second-level bullet</a:t>
            </a:r>
          </a:p>
          <a:p>
            <a:pPr>
              <a:buNone/>
            </a:pPr>
            <a:r>
              <a:t>Third-level bullet</a:t>
            </a:r>
          </a:p>
          <a:p>
            <a:pPr>
              <a:buNone/>
            </a:pPr>
            <a:r>
              <a:t>Fourth-level bullet</a:t>
            </a:r>
          </a:p>
          <a:p>
            <a:pPr>
              <a:buNone/>
            </a:pPr>
            <a:r>
              <a:t>Fifth-level bullet</a:t>
            </a:r>
          </a:p>
          <a:p>
            <a:pPr>
              <a:buNone/>
            </a:pPr>
            <a:r>
              <a:t>Sixth-level bullet</a:t>
            </a:r>
          </a:p>
          <a:p>
            <a:pPr>
              <a:buNone/>
            </a:pPr>
            <a:r>
              <a:t>Seventh-level bullet</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561DB31-BA0E-469A-88AC-4C37BFB0BE7E}"/>
              </a:ext>
            </a:extLst>
          </p:cNvPr>
          <p:cNvSpPr>
            <a:spLocks noGrp="1"/>
          </p:cNvSpPr>
          <p:nvPr>
            <p:ph type="title" hasCustomPrompt="1"/>
          </p:nvPr>
        </p:nvSpPr>
        <p:spPr>
          <a:xfrm>
            <a:off x="557784" y="530351"/>
            <a:ext cx="9665208" cy="713232"/>
          </a:xfrm>
        </p:spPr>
        <p:txBody>
          <a:bodyPr/>
          <a:lstStyle>
            <a:lvl1pPr>
              <a:buNone/>
              <a:defRPr sz="4800">
                <a:solidFill>
                  <a:schemeClr val="accent6"/>
                </a:solidFill>
              </a:defRPr>
            </a:lvl1pPr>
          </a:lstStyle>
          <a:p>
            <a:r>
              <a:t>Agenda</a:t>
            </a:r>
          </a:p>
        </p:txBody>
      </p:sp>
      <p:sp>
        <p:nvSpPr>
          <p:cNvPr id="4" name="Text Placeholder 19">
            <a:extLst>
              <a:ext uri="{FF2B5EF4-FFF2-40B4-BE49-F238E27FC236}">
                <a16:creationId xmlns:a16="http://schemas.microsoft.com/office/drawing/2014/main" id="{CD3DA619-C657-4377-909C-6D3A110F550F}"/>
              </a:ext>
            </a:extLst>
          </p:cNvPr>
          <p:cNvSpPr>
            <a:spLocks noGrp="1"/>
          </p:cNvSpPr>
          <p:nvPr>
            <p:ph type="body" idx="10" hasCustomPrompt="1"/>
          </p:nvPr>
        </p:nvSpPr>
        <p:spPr>
          <a:xfrm>
            <a:off x="1513257" y="1756548"/>
            <a:ext cx="3913633" cy="3614737"/>
          </a:xfrm>
          <a:prstGeom prst="rect">
            <a:avLst/>
          </a:prstGeom>
        </p:spPr>
        <p:txBody>
          <a:bodyPr/>
          <a:lstStyle>
            <a:lvl1pPr>
              <a:lnSpc>
                <a:spcPct val="100000"/>
              </a:lnSpc>
              <a:spcBef>
                <a:spcPts val="1800"/>
              </a:spcBef>
              <a:spcAft>
                <a:spcPts val="1800"/>
              </a:spcAft>
              <a:buNone/>
              <a:defRPr sz="2000" b="1">
                <a:solidFill>
                  <a:schemeClr val="tx2"/>
                </a:solidFill>
                <a:latin typeface="+mn-lt"/>
                <a:ea typeface="+mn-lt"/>
                <a:cs typeface="+mn-lt"/>
              </a:defRPr>
            </a:lvl1pPr>
            <a:lvl2pPr marL="0" indent="0">
              <a:spcBef>
                <a:spcPts val="0"/>
              </a:spcBef>
              <a:spcAft>
                <a:spcPts val="300"/>
              </a:spcAft>
              <a:buNone/>
              <a:defRPr sz="1300" b="1">
                <a:solidFill>
                  <a:schemeClr val="tx2"/>
                </a:solidFill>
                <a:latin typeface="+mn-lt"/>
                <a:ea typeface="+mn-lt"/>
                <a:cs typeface="+mn-lt"/>
              </a:defRPr>
            </a:lvl2pPr>
            <a:lvl3pPr marL="1028700" indent="0">
              <a:spcBef>
                <a:spcPts val="0"/>
              </a:spcBef>
              <a:spcAft>
                <a:spcPts val="1800"/>
              </a:spcAft>
              <a:buNone/>
              <a:defRPr sz="1300">
                <a:solidFill>
                  <a:schemeClr val="tx2"/>
                </a:solidFill>
                <a:latin typeface="+mn-lt"/>
                <a:ea typeface="+mn-lt"/>
                <a:cs typeface="+mn-lt"/>
              </a:defRPr>
            </a:lvl3pPr>
            <a:lvl4pPr marL="0" indent="0">
              <a:spcBef>
                <a:spcPts val="0"/>
              </a:spcBef>
              <a:spcAft>
                <a:spcPts val="900"/>
              </a:spcAft>
              <a:buNone/>
              <a:defRPr sz="1300" i="1">
                <a:solidFill>
                  <a:schemeClr val="tx2"/>
                </a:solidFill>
                <a:latin typeface="+mn-lt"/>
                <a:ea typeface="+mn-lt"/>
                <a:cs typeface="+mn-lt"/>
              </a:defRPr>
            </a:lvl4pPr>
            <a:lvl5pPr marL="0" indent="0">
              <a:spcBef>
                <a:spcPts val="0"/>
              </a:spcBef>
              <a:spcAft>
                <a:spcPts val="900"/>
              </a:spcAft>
              <a:buNone/>
              <a:defRPr sz="1400">
                <a:solidFill>
                  <a:schemeClr val="tx2"/>
                </a:solidFill>
                <a:latin typeface="+mn-lt"/>
                <a:ea typeface="+mn-lt"/>
                <a:cs typeface="+mn-lt"/>
              </a:defRPr>
            </a:lvl5pPr>
          </a:lstStyle>
          <a:p>
            <a:pPr>
              <a:buNone/>
            </a:pPr>
            <a:r>
              <a:t>Click to edit header</a:t>
            </a:r>
          </a:p>
          <a:p>
            <a:pPr>
              <a:buNone/>
            </a:pPr>
            <a:r>
              <a:t>Tab to Time then tab to Agenda item</a:t>
            </a:r>
          </a:p>
          <a:p>
            <a:pPr>
              <a:buNone/>
            </a:pPr>
            <a:r>
              <a:t>Speaker name and topic</a:t>
            </a:r>
          </a:p>
          <a:p>
            <a:pPr>
              <a:buNone/>
            </a:pPr>
            <a:r>
              <a:t>Additional information</a:t>
            </a:r>
          </a:p>
        </p:txBody>
      </p:sp>
      <p:sp>
        <p:nvSpPr>
          <p:cNvPr id="6" name="Text Placeholder 19">
            <a:extLst>
              <a:ext uri="{FF2B5EF4-FFF2-40B4-BE49-F238E27FC236}">
                <a16:creationId xmlns:a16="http://schemas.microsoft.com/office/drawing/2014/main" id="{99D62640-4C2F-4EEE-8702-E19D55A9718A}"/>
              </a:ext>
            </a:extLst>
          </p:cNvPr>
          <p:cNvSpPr>
            <a:spLocks noGrp="1"/>
          </p:cNvSpPr>
          <p:nvPr>
            <p:ph type="body" idx="11" hasCustomPrompt="1"/>
          </p:nvPr>
        </p:nvSpPr>
        <p:spPr>
          <a:xfrm>
            <a:off x="6291452" y="1756548"/>
            <a:ext cx="3911512" cy="3614737"/>
          </a:xfrm>
          <a:prstGeom prst="rect">
            <a:avLst/>
          </a:prstGeom>
        </p:spPr>
        <p:txBody>
          <a:bodyPr/>
          <a:lstStyle>
            <a:lvl1pPr>
              <a:lnSpc>
                <a:spcPct val="100000"/>
              </a:lnSpc>
              <a:spcBef>
                <a:spcPts val="1800"/>
              </a:spcBef>
              <a:spcAft>
                <a:spcPts val="1800"/>
              </a:spcAft>
              <a:buNone/>
              <a:defRPr sz="2000" b="1">
                <a:solidFill>
                  <a:schemeClr val="tx2"/>
                </a:solidFill>
                <a:latin typeface="+mn-lt"/>
                <a:ea typeface="+mn-lt"/>
                <a:cs typeface="+mn-lt"/>
              </a:defRPr>
            </a:lvl1pPr>
            <a:lvl2pPr marL="0" indent="0">
              <a:spcBef>
                <a:spcPts val="0"/>
              </a:spcBef>
              <a:spcAft>
                <a:spcPts val="300"/>
              </a:spcAft>
              <a:buNone/>
              <a:defRPr sz="1300" b="1">
                <a:solidFill>
                  <a:schemeClr val="tx2"/>
                </a:solidFill>
                <a:latin typeface="+mn-lt"/>
                <a:ea typeface="+mn-lt"/>
                <a:cs typeface="+mn-lt"/>
              </a:defRPr>
            </a:lvl2pPr>
            <a:lvl3pPr marL="1028700" indent="0">
              <a:spcBef>
                <a:spcPts val="0"/>
              </a:spcBef>
              <a:spcAft>
                <a:spcPts val="1800"/>
              </a:spcAft>
              <a:buNone/>
              <a:defRPr sz="1300">
                <a:solidFill>
                  <a:schemeClr val="tx2"/>
                </a:solidFill>
                <a:latin typeface="+mn-lt"/>
                <a:ea typeface="+mn-lt"/>
                <a:cs typeface="+mn-lt"/>
              </a:defRPr>
            </a:lvl3pPr>
            <a:lvl4pPr marL="0" indent="0">
              <a:spcBef>
                <a:spcPts val="0"/>
              </a:spcBef>
              <a:spcAft>
                <a:spcPts val="900"/>
              </a:spcAft>
              <a:buNone/>
              <a:defRPr sz="1300" i="1">
                <a:solidFill>
                  <a:schemeClr val="tx2"/>
                </a:solidFill>
                <a:latin typeface="+mn-lt"/>
                <a:ea typeface="+mn-lt"/>
                <a:cs typeface="+mn-lt"/>
              </a:defRPr>
            </a:lvl4pPr>
            <a:lvl5pPr marL="0" indent="0">
              <a:spcBef>
                <a:spcPts val="0"/>
              </a:spcBef>
              <a:spcAft>
                <a:spcPts val="900"/>
              </a:spcAft>
              <a:buNone/>
              <a:defRPr sz="1400">
                <a:solidFill>
                  <a:schemeClr val="tx2"/>
                </a:solidFill>
                <a:latin typeface="+mn-lt"/>
                <a:ea typeface="+mn-lt"/>
                <a:cs typeface="+mn-lt"/>
              </a:defRPr>
            </a:lvl5pPr>
          </a:lstStyle>
          <a:p>
            <a:pPr>
              <a:buNone/>
            </a:pPr>
            <a:r>
              <a:t>Click to edit header</a:t>
            </a:r>
          </a:p>
          <a:p>
            <a:pPr>
              <a:buNone/>
            </a:pPr>
            <a:r>
              <a:t>Tab to Time then tab to Agenda item</a:t>
            </a:r>
          </a:p>
          <a:p>
            <a:pPr>
              <a:buNone/>
            </a:pPr>
            <a:r>
              <a:t>Speaker name and topic</a:t>
            </a:r>
          </a:p>
          <a:p>
            <a:pPr>
              <a:buNone/>
            </a:pPr>
            <a:r>
              <a:t>Additional information</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Divider re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3284C44-CBEF-4F9A-AC72-8990858B0EF0}"/>
              </a:ext>
            </a:extLst>
          </p:cNvPr>
          <p:cNvSpPr>
            <a:spLocks noGrp="1"/>
          </p:cNvSpPr>
          <p:nvPr>
            <p:ph type="title" hasCustomPrompt="1"/>
          </p:nvPr>
        </p:nvSpPr>
        <p:spPr>
          <a:xfrm>
            <a:off x="3231270" y="3022967"/>
            <a:ext cx="5726284" cy="812066"/>
          </a:xfrm>
        </p:spPr>
        <p:txBody>
          <a:bodyPr rIns="0" anchor="ctr"/>
          <a:lstStyle>
            <a:lvl1pPr algn="ctr">
              <a:buNone/>
              <a:defRPr sz="3200" b="1">
                <a:solidFill>
                  <a:schemeClr val="accent2"/>
                </a:solidFill>
                <a:latin typeface="+mj-lt"/>
                <a:ea typeface="+mj-lt"/>
                <a:cs typeface="+mj-lt"/>
              </a:defRPr>
            </a:lvl1pPr>
          </a:lstStyle>
          <a:p>
            <a:r>
              <a:t>Click to edit title for divider</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20D3DB-63F4-412F-96CC-3E84E34BE0CE}"/>
              </a:ext>
            </a:extLst>
          </p:cNvPr>
          <p:cNvSpPr>
            <a:spLocks noGrp="1"/>
          </p:cNvSpPr>
          <p:nvPr/>
        </p:nvSpPr>
        <p:spPr>
          <a:xfrm>
            <a:off x="0" y="0"/>
            <a:ext cx="12188825"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 name="Title 1">
            <a:extLst>
              <a:ext uri="{FF2B5EF4-FFF2-40B4-BE49-F238E27FC236}">
                <a16:creationId xmlns:a16="http://schemas.microsoft.com/office/drawing/2014/main" id="{B3284C44-CBEF-4F9A-AC72-8990858B0EF0}"/>
              </a:ext>
            </a:extLst>
          </p:cNvPr>
          <p:cNvSpPr>
            <a:spLocks noGrp="1"/>
          </p:cNvSpPr>
          <p:nvPr>
            <p:ph type="title" hasCustomPrompt="1"/>
          </p:nvPr>
        </p:nvSpPr>
        <p:spPr>
          <a:xfrm>
            <a:off x="3231270" y="3022967"/>
            <a:ext cx="5726284" cy="812066"/>
          </a:xfrm>
        </p:spPr>
        <p:txBody>
          <a:bodyPr rIns="0" anchor="ctr"/>
          <a:lstStyle>
            <a:lvl1pPr algn="ctr">
              <a:lnSpc>
                <a:spcPct val="90000"/>
              </a:lnSpc>
              <a:buNone/>
              <a:defRPr sz="3200" b="1">
                <a:solidFill>
                  <a:schemeClr val="bg1"/>
                </a:solidFill>
                <a:latin typeface="+mj-lt"/>
                <a:ea typeface="+mj-lt"/>
                <a:cs typeface="+mj-lt"/>
              </a:defRPr>
            </a:lvl1pPr>
          </a:lstStyle>
          <a:p>
            <a:r>
              <a:t>Click to edit title for divider</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 nav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0111EDB-A7DC-4D3C-BA73-E639327B03EF}"/>
              </a:ext>
            </a:extLst>
          </p:cNvPr>
          <p:cNvSpPr>
            <a:spLocks noGrp="1"/>
          </p:cNvSpPr>
          <p:nvPr/>
        </p:nvSpPr>
        <p:spPr>
          <a:xfrm>
            <a:off x="0" y="0"/>
            <a:ext cx="12188825" cy="6858000"/>
          </a:xfrm>
          <a:prstGeom prst="rect">
            <a:avLst/>
          </a:prstGeom>
          <a:solidFill>
            <a:srgbClr val="0B315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 name="Title 1">
            <a:extLst>
              <a:ext uri="{FF2B5EF4-FFF2-40B4-BE49-F238E27FC236}">
                <a16:creationId xmlns:a16="http://schemas.microsoft.com/office/drawing/2014/main" id="{A8DD2AFC-8349-4DB3-855A-645AB85DF6B0}"/>
              </a:ext>
            </a:extLst>
          </p:cNvPr>
          <p:cNvSpPr>
            <a:spLocks noGrp="1"/>
          </p:cNvSpPr>
          <p:nvPr>
            <p:ph type="title" hasCustomPrompt="1"/>
          </p:nvPr>
        </p:nvSpPr>
        <p:spPr>
          <a:xfrm>
            <a:off x="3231270" y="3022967"/>
            <a:ext cx="5726284" cy="812066"/>
          </a:xfrm>
        </p:spPr>
        <p:txBody>
          <a:bodyPr rIns="0" anchor="ctr"/>
          <a:lstStyle>
            <a:lvl1pPr algn="ctr">
              <a:lnSpc>
                <a:spcPct val="90000"/>
              </a:lnSpc>
              <a:buNone/>
              <a:defRPr sz="3200" b="1">
                <a:solidFill>
                  <a:schemeClr val="bg1"/>
                </a:solidFill>
                <a:latin typeface="+mj-lt"/>
                <a:ea typeface="+mj-lt"/>
                <a:cs typeface="+mj-lt"/>
              </a:defRPr>
            </a:lvl1pPr>
          </a:lstStyle>
          <a:p>
            <a:r>
              <a:t>Click to edit title for divider</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 white">
    <p:spTree>
      <p:nvGrpSpPr>
        <p:cNvPr id="1" name=""/>
        <p:cNvGrpSpPr/>
        <p:nvPr/>
      </p:nvGrpSpPr>
      <p:grpSpPr>
        <a:xfrm>
          <a:off x="0" y="0"/>
          <a:ext cx="0" cy="0"/>
          <a:chOff x="0" y="0"/>
          <a:chExt cx="0" cy="0"/>
        </a:xfrm>
      </p:grpSpPr>
      <p:pic>
        <p:nvPicPr>
          <p:cNvPr id="2" name="Picture 4"/>
          <p:cNvPicPr>
            <a:picLocks noChangeAspect="1"/>
          </p:cNvPicPr>
          <p:nvPr/>
        </p:nvPicPr>
        <p:blipFill rotWithShape="1">
          <a:blip r:embed="rId2"/>
          <a:srcRect l="444" t="-1" b="507"/>
          <a:stretch/>
        </p:blipFill>
        <p:spPr>
          <a:xfrm>
            <a:off x="-64" y="0"/>
            <a:ext cx="12188952" cy="6858000"/>
          </a:xfrm>
          <a:prstGeom prst="rect">
            <a:avLst/>
          </a:prstGeom>
        </p:spPr>
      </p:pic>
      <p:sp>
        <p:nvSpPr>
          <p:cNvPr id="4" name="Title 1">
            <a:extLst>
              <a:ext uri="{FF2B5EF4-FFF2-40B4-BE49-F238E27FC236}">
                <a16:creationId xmlns:a16="http://schemas.microsoft.com/office/drawing/2014/main" id="{B3284C44-CBEF-4F9A-AC72-8990858B0EF0}"/>
              </a:ext>
            </a:extLst>
          </p:cNvPr>
          <p:cNvSpPr>
            <a:spLocks noGrp="1"/>
          </p:cNvSpPr>
          <p:nvPr>
            <p:ph type="title" hasCustomPrompt="1"/>
          </p:nvPr>
        </p:nvSpPr>
        <p:spPr>
          <a:xfrm>
            <a:off x="3231270" y="3022967"/>
            <a:ext cx="5726284" cy="812066"/>
          </a:xfrm>
        </p:spPr>
        <p:txBody>
          <a:bodyPr rIns="0" anchor="ctr"/>
          <a:lstStyle>
            <a:lvl1pPr algn="ctr">
              <a:lnSpc>
                <a:spcPct val="90000"/>
              </a:lnSpc>
              <a:buNone/>
              <a:defRPr sz="3200" b="1">
                <a:solidFill>
                  <a:schemeClr val="accent2"/>
                </a:solidFill>
                <a:latin typeface="+mj-lt"/>
                <a:ea typeface="+mj-lt"/>
                <a:cs typeface="+mj-lt"/>
              </a:defRPr>
            </a:lvl1pPr>
          </a:lstStyle>
          <a:p>
            <a:r>
              <a:t>Click to edit title for divider</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dark">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15469" y="-9144"/>
            <a:ext cx="12219762" cy="6876288"/>
          </a:xfrm>
          <a:prstGeom prst="rect">
            <a:avLst/>
          </a:prstGeom>
        </p:spPr>
      </p:pic>
      <p:sp>
        <p:nvSpPr>
          <p:cNvPr id="4" name="Title 1">
            <a:extLst>
              <a:ext uri="{FF2B5EF4-FFF2-40B4-BE49-F238E27FC236}">
                <a16:creationId xmlns:a16="http://schemas.microsoft.com/office/drawing/2014/main" id="{ABD1AEB8-3322-4E67-A702-83F309202013}"/>
              </a:ext>
            </a:extLst>
          </p:cNvPr>
          <p:cNvSpPr>
            <a:spLocks noGrp="1"/>
          </p:cNvSpPr>
          <p:nvPr>
            <p:ph type="title" hasCustomPrompt="1"/>
          </p:nvPr>
        </p:nvSpPr>
        <p:spPr>
          <a:xfrm>
            <a:off x="3231270" y="3022967"/>
            <a:ext cx="5726284" cy="812066"/>
          </a:xfrm>
        </p:spPr>
        <p:txBody>
          <a:bodyPr rIns="0" anchor="ctr"/>
          <a:lstStyle>
            <a:lvl1pPr algn="ctr">
              <a:lnSpc>
                <a:spcPct val="90000"/>
              </a:lnSpc>
              <a:buNone/>
              <a:defRPr sz="3200" b="1">
                <a:solidFill>
                  <a:schemeClr val="bg1"/>
                </a:solidFill>
                <a:latin typeface="+mj-lt"/>
                <a:ea typeface="+mj-lt"/>
                <a:cs typeface="+mj-lt"/>
              </a:defRPr>
            </a:lvl1pPr>
          </a:lstStyle>
          <a:p>
            <a:r>
              <a:t>Click to edit title for divider</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without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35E38-425D-4F6F-96AB-689B95D2AF85}"/>
              </a:ext>
            </a:extLst>
          </p:cNvPr>
          <p:cNvSpPr>
            <a:spLocks noGrp="1"/>
          </p:cNvSpPr>
          <p:nvPr>
            <p:ph type="title" hasCustomPrompt="1"/>
          </p:nvPr>
        </p:nvSpPr>
        <p:spPr/>
        <p:txBody>
          <a:bodyPr/>
          <a:lstStyle>
            <a:lvl1pPr>
              <a:buNone/>
              <a:defRPr>
                <a:solidFill>
                  <a:schemeClr val="tx2"/>
                </a:solidFill>
              </a:defRPr>
            </a:lvl1pPr>
          </a:lstStyle>
          <a:p>
            <a:r>
              <a:t>Click to add title for one-column layout</a:t>
            </a:r>
          </a:p>
        </p:txBody>
      </p:sp>
      <p:sp>
        <p:nvSpPr>
          <p:cNvPr id="3" name="Content Placeholder 2">
            <a:extLst>
              <a:ext uri="{FF2B5EF4-FFF2-40B4-BE49-F238E27FC236}">
                <a16:creationId xmlns:a16="http://schemas.microsoft.com/office/drawing/2014/main" id="{6A0A2BF6-B162-4303-8CBE-C857106981A2}"/>
              </a:ext>
            </a:extLst>
          </p:cNvPr>
          <p:cNvSpPr>
            <a:spLocks noGrp="1"/>
          </p:cNvSpPr>
          <p:nvPr>
            <p:ph idx="1" hasCustomPrompt="1"/>
          </p:nvPr>
        </p:nvSpPr>
        <p:spPr>
          <a:xfrm>
            <a:off x="557784" y="1767532"/>
            <a:ext cx="8586216" cy="3977640"/>
          </a:xfrm>
        </p:spPr>
        <p:txBody>
          <a:bodyPr/>
          <a:lstStyle>
            <a:lvl1pPr>
              <a:buNone/>
              <a:defRPr cap="none">
                <a:solidFill>
                  <a:schemeClr val="tx2"/>
                </a:solidFill>
              </a:defRPr>
            </a:lvl1pPr>
            <a:lvl2pPr>
              <a:buNone/>
              <a:defRPr>
                <a:solidFill>
                  <a:schemeClr val="tx2"/>
                </a:solidFill>
              </a:defRPr>
            </a:lvl2pPr>
            <a:lvl3pPr>
              <a:buNone/>
              <a:defRPr>
                <a:solidFill>
                  <a:schemeClr val="tx2"/>
                </a:solidFill>
              </a:defRPr>
            </a:lvl3pPr>
            <a:lvl4pPr>
              <a:buNone/>
              <a:defRPr>
                <a:solidFill>
                  <a:schemeClr val="tx2"/>
                </a:solidFill>
              </a:defRPr>
            </a:lvl4pPr>
            <a:lvl5pPr>
              <a:buNone/>
              <a:defRPr>
                <a:solidFill>
                  <a:schemeClr val="tx2"/>
                </a:solidFill>
              </a:defRPr>
            </a:lvl5pPr>
            <a:lvl6pPr>
              <a:buNone/>
              <a:defRPr/>
            </a:lvl6pPr>
            <a:lvl7pPr>
              <a:buNone/>
              <a:defRPr/>
            </a:lvl7pPr>
            <a:lvl8pPr>
              <a:buNone/>
              <a:defRPr/>
            </a:lvl8pPr>
            <a:lvl9pPr>
              <a:buNone/>
              <a:defRPr/>
            </a:lvl9pPr>
          </a:lstStyle>
          <a:p>
            <a:pPr>
              <a:buNone/>
            </a:pPr>
            <a:r>
              <a:t>Body text</a:t>
            </a:r>
          </a:p>
          <a:p>
            <a:pPr>
              <a:buNone/>
            </a:pPr>
            <a:r>
              <a:t>First-level bullet</a:t>
            </a:r>
          </a:p>
          <a:p>
            <a:pPr>
              <a:buNone/>
            </a:pPr>
            <a:r>
              <a:t>Second-level bullet</a:t>
            </a:r>
          </a:p>
          <a:p>
            <a:pPr>
              <a:buNone/>
            </a:pPr>
            <a:r>
              <a:t>Third-level bullet</a:t>
            </a:r>
          </a:p>
          <a:p>
            <a:pPr>
              <a:buNone/>
            </a:pPr>
            <a:r>
              <a:t>Fourth-level bullet</a:t>
            </a:r>
          </a:p>
          <a:p>
            <a:pPr>
              <a:buNone/>
            </a:pPr>
            <a:r>
              <a:t>Fifth-level bullet</a:t>
            </a:r>
          </a:p>
          <a:p>
            <a:pPr>
              <a:buNone/>
            </a:pPr>
            <a:r>
              <a:t>Sixth-level bullet</a:t>
            </a:r>
          </a:p>
          <a:p>
            <a:pPr>
              <a:buNone/>
            </a:pPr>
            <a:r>
              <a:t>Seventh-level bullet</a:t>
            </a:r>
          </a:p>
          <a:p>
            <a:pPr>
              <a:buNone/>
            </a:pPr>
            <a:r>
              <a:t>Eighth-level bullet</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74663-418D-4307-BC78-759DDB1EE34C}"/>
              </a:ext>
            </a:extLst>
          </p:cNvPr>
          <p:cNvSpPr>
            <a:spLocks noGrp="1"/>
          </p:cNvSpPr>
          <p:nvPr>
            <p:ph type="title" hasCustomPrompt="1"/>
          </p:nvPr>
        </p:nvSpPr>
        <p:spPr>
          <a:xfrm>
            <a:off x="557784" y="530351"/>
            <a:ext cx="9665208" cy="713232"/>
          </a:xfrm>
        </p:spPr>
        <p:txBody>
          <a:bodyPr/>
          <a:lstStyle>
            <a:lvl1pPr>
              <a:buNone/>
              <a:defRPr>
                <a:solidFill>
                  <a:schemeClr val="tx2"/>
                </a:solidFill>
              </a:defRPr>
            </a:lvl1pPr>
          </a:lstStyle>
          <a:p>
            <a:r>
              <a:t>Click to add title for one-column layout</a:t>
            </a:r>
          </a:p>
        </p:txBody>
      </p:sp>
      <p:sp>
        <p:nvSpPr>
          <p:cNvPr id="3" name="Content Placeholder 2">
            <a:extLst>
              <a:ext uri="{FF2B5EF4-FFF2-40B4-BE49-F238E27FC236}">
                <a16:creationId xmlns:a16="http://schemas.microsoft.com/office/drawing/2014/main" id="{EDB45029-DEAE-4EA9-8EA6-6F85998B9B1D}"/>
              </a:ext>
            </a:extLst>
          </p:cNvPr>
          <p:cNvSpPr>
            <a:spLocks noGrp="1"/>
          </p:cNvSpPr>
          <p:nvPr>
            <p:ph idx="1" hasCustomPrompt="1"/>
          </p:nvPr>
        </p:nvSpPr>
        <p:spPr>
          <a:xfrm>
            <a:off x="557784" y="1767532"/>
            <a:ext cx="8586216" cy="3977640"/>
          </a:xfrm>
        </p:spPr>
        <p:txBody>
          <a:bodyPr/>
          <a:lstStyle>
            <a:lvl1pPr>
              <a:lnSpc>
                <a:spcPct val="100000"/>
              </a:lnSpc>
              <a:buNone/>
              <a:defRPr sz="1800" b="1" cap="none">
                <a:solidFill>
                  <a:schemeClr val="tx2"/>
                </a:solidFill>
                <a:latin typeface="+mn-lt"/>
                <a:ea typeface="+mn-lt"/>
                <a:cs typeface="+mn-lt"/>
              </a:defRPr>
            </a:lvl1pPr>
            <a:lvl2pPr marL="0" indent="0">
              <a:buNone/>
              <a:defRPr sz="1300">
                <a:solidFill>
                  <a:schemeClr val="tx2"/>
                </a:solidFill>
              </a:defRPr>
            </a:lvl2pPr>
            <a:lvl3pPr marL="171450" indent="-171450">
              <a:spcBef>
                <a:spcPts val="1200"/>
              </a:spcBef>
              <a:buChar char="•"/>
              <a:defRPr sz="1300">
                <a:solidFill>
                  <a:schemeClr val="tx2"/>
                </a:solidFill>
              </a:defRPr>
            </a:lvl3pPr>
            <a:lvl4pPr marL="342900" indent="-171450">
              <a:buChar char="–"/>
              <a:defRPr sz="1300">
                <a:solidFill>
                  <a:schemeClr val="tx2"/>
                </a:solidFill>
              </a:defRPr>
            </a:lvl4pPr>
            <a:lvl5pPr marL="515938" indent="-173038">
              <a:buChar char="•"/>
              <a:defRPr sz="1300">
                <a:solidFill>
                  <a:schemeClr val="tx2"/>
                </a:solidFill>
              </a:defRPr>
            </a:lvl5pPr>
            <a:lvl6pPr marL="687388" indent="-171450">
              <a:buChar char="–"/>
              <a:defRPr sz="1300">
                <a:solidFill>
                  <a:schemeClr val="tx2"/>
                </a:solidFill>
              </a:defRPr>
            </a:lvl6pPr>
            <a:lvl7pPr marL="860425" indent="-173038">
              <a:buChar char="•"/>
              <a:defRPr sz="1300"/>
            </a:lvl7pPr>
            <a:lvl8pPr marL="1031875" indent="-171450">
              <a:buChar char="–"/>
              <a:defRPr sz="1300"/>
            </a:lvl8pPr>
            <a:lvl9pPr marL="1203325" indent="-171450">
              <a:buChar char="•"/>
              <a:defRPr sz="1300"/>
            </a:lvl9pPr>
          </a:lstStyle>
          <a:p>
            <a:pPr>
              <a:buNone/>
            </a:pPr>
            <a:r>
              <a:t>Click to add header</a:t>
            </a:r>
          </a:p>
          <a:p>
            <a:pPr>
              <a:buNone/>
            </a:pPr>
            <a:r>
              <a:t>Body text</a:t>
            </a:r>
          </a:p>
          <a:p>
            <a:pPr>
              <a:buNone/>
            </a:pPr>
            <a:r>
              <a:t>First-level bullet</a:t>
            </a:r>
          </a:p>
          <a:p>
            <a:pPr>
              <a:buNone/>
            </a:pPr>
            <a:r>
              <a:t>Second-level bullet</a:t>
            </a:r>
          </a:p>
          <a:p>
            <a:pPr>
              <a:buNone/>
            </a:pPr>
            <a:r>
              <a:t>Third-level bullet</a:t>
            </a:r>
          </a:p>
          <a:p>
            <a:pPr>
              <a:buNone/>
            </a:pPr>
            <a:r>
              <a:t>Fourth-level bullet</a:t>
            </a:r>
          </a:p>
          <a:p>
            <a:pPr>
              <a:buNone/>
            </a:pPr>
            <a:r>
              <a:t>Fifth-level bullet</a:t>
            </a:r>
          </a:p>
          <a:p>
            <a:pPr>
              <a:buNone/>
            </a:pPr>
            <a:r>
              <a:t>Sixth-level bullet</a:t>
            </a:r>
          </a:p>
          <a:p>
            <a:pPr>
              <a:buNone/>
            </a:pPr>
            <a:r>
              <a:t>Seventh-level bullet</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A61C3-6435-4028-A1E4-F3EA08F200D9}"/>
              </a:ext>
            </a:extLst>
          </p:cNvPr>
          <p:cNvSpPr>
            <a:spLocks noGrp="1"/>
          </p:cNvSpPr>
          <p:nvPr>
            <p:ph type="title" hasCustomPrompt="1"/>
          </p:nvPr>
        </p:nvSpPr>
        <p:spPr>
          <a:xfrm>
            <a:off x="557784" y="530351"/>
            <a:ext cx="9665208" cy="713232"/>
          </a:xfrm>
        </p:spPr>
        <p:txBody>
          <a:bodyPr/>
          <a:lstStyle>
            <a:lvl1pPr>
              <a:buNone/>
              <a:defRPr>
                <a:solidFill>
                  <a:schemeClr val="tx2"/>
                </a:solidFill>
              </a:defRPr>
            </a:lvl1pPr>
          </a:lstStyle>
          <a:p>
            <a:r>
              <a:t>Click to add title for two-column layout</a:t>
            </a:r>
          </a:p>
        </p:txBody>
      </p:sp>
      <p:sp>
        <p:nvSpPr>
          <p:cNvPr id="3" name="Content Placeholder 2">
            <a:extLst>
              <a:ext uri="{FF2B5EF4-FFF2-40B4-BE49-F238E27FC236}">
                <a16:creationId xmlns:a16="http://schemas.microsoft.com/office/drawing/2014/main" id="{78E70CB2-2331-4320-87D5-3626CF21AC26}"/>
              </a:ext>
            </a:extLst>
          </p:cNvPr>
          <p:cNvSpPr>
            <a:spLocks noGrp="1"/>
          </p:cNvSpPr>
          <p:nvPr>
            <p:ph idx="1" hasCustomPrompt="1"/>
          </p:nvPr>
        </p:nvSpPr>
        <p:spPr>
          <a:xfrm>
            <a:off x="557784" y="1767532"/>
            <a:ext cx="5237114" cy="3973512"/>
          </a:xfrm>
        </p:spPr>
        <p:txBody>
          <a:bodyPr vert="horz" lIns="0" tIns="0" rIns="0" bIns="0">
            <a:noAutofit/>
          </a:bodyPr>
          <a:lstStyle>
            <a:lvl1pPr>
              <a:lnSpc>
                <a:spcPct val="100000"/>
              </a:lnSpc>
              <a:buNone/>
              <a:defRPr sz="1800" b="1" cap="none">
                <a:solidFill>
                  <a:schemeClr val="tx2"/>
                </a:solidFill>
                <a:latin typeface="+mn-lt"/>
                <a:ea typeface="+mn-lt"/>
                <a:cs typeface="+mn-lt"/>
              </a:defRPr>
            </a:lvl1pPr>
            <a:lvl2pPr marL="0" indent="0">
              <a:buNone/>
              <a:defRPr sz="1300">
                <a:solidFill>
                  <a:schemeClr val="tx2"/>
                </a:solidFill>
              </a:defRPr>
            </a:lvl2pPr>
            <a:lvl3pPr marL="171450" indent="-171450">
              <a:spcBef>
                <a:spcPts val="1200"/>
              </a:spcBef>
              <a:buChar char="•"/>
              <a:defRPr sz="1300">
                <a:solidFill>
                  <a:schemeClr val="tx2"/>
                </a:solidFill>
              </a:defRPr>
            </a:lvl3pPr>
            <a:lvl4pPr marL="342900" indent="-171450">
              <a:buChar char="–"/>
              <a:defRPr sz="1300">
                <a:solidFill>
                  <a:schemeClr val="tx2"/>
                </a:solidFill>
              </a:defRPr>
            </a:lvl4pPr>
            <a:lvl5pPr marL="514350" indent="-171450">
              <a:buChar char="•"/>
              <a:defRPr sz="1300">
                <a:solidFill>
                  <a:schemeClr val="tx2"/>
                </a:solidFill>
              </a:defRPr>
            </a:lvl5pPr>
            <a:lvl6pPr marL="685800" indent="-171450">
              <a:buChar char="–"/>
              <a:defRPr sz="1300">
                <a:solidFill>
                  <a:schemeClr val="tx2"/>
                </a:solidFill>
              </a:defRPr>
            </a:lvl6pPr>
            <a:lvl7pPr marL="860425" indent="-173038">
              <a:buChar char="•"/>
              <a:defRPr sz="1300"/>
            </a:lvl7pPr>
            <a:lvl8pPr marL="1031875" indent="-171450">
              <a:buChar char="–"/>
              <a:defRPr sz="1300"/>
            </a:lvl8pPr>
            <a:lvl9pPr marL="1203325" indent="-171450">
              <a:buChar char="•"/>
              <a:defRPr sz="1300"/>
            </a:lvl9pPr>
          </a:lstStyle>
          <a:p>
            <a:pPr marL="0" indent="0" algn="l">
              <a:lnSpc>
                <a:spcPct val="100000"/>
              </a:lnSpc>
              <a:spcBef>
                <a:spcPts val="1800"/>
              </a:spcBef>
              <a:buNone/>
            </a:pPr>
            <a:r>
              <a:t>Click to add header</a:t>
            </a:r>
          </a:p>
          <a:p>
            <a:pPr>
              <a:buNone/>
            </a:pPr>
            <a:r>
              <a:t>Body text</a:t>
            </a:r>
          </a:p>
          <a:p>
            <a:pPr>
              <a:buNone/>
            </a:pPr>
            <a:r>
              <a:t>First-level bullet</a:t>
            </a:r>
          </a:p>
          <a:p>
            <a:pPr>
              <a:buNone/>
            </a:pPr>
            <a:r>
              <a:t>Second-level bullet</a:t>
            </a:r>
          </a:p>
          <a:p>
            <a:pPr>
              <a:buNone/>
            </a:pPr>
            <a:r>
              <a:t>Third-level bullet</a:t>
            </a:r>
          </a:p>
          <a:p>
            <a:pPr>
              <a:buNone/>
            </a:pPr>
            <a:r>
              <a:t>Fourth-level bullet</a:t>
            </a:r>
          </a:p>
          <a:p>
            <a:pPr>
              <a:buNone/>
            </a:pPr>
            <a:r>
              <a:t>Fifth-level bullet</a:t>
            </a:r>
          </a:p>
          <a:p>
            <a:pPr>
              <a:buNone/>
            </a:pPr>
            <a:r>
              <a:t>Sixth-level bullet</a:t>
            </a:r>
          </a:p>
          <a:p>
            <a:pPr>
              <a:buNone/>
            </a:pPr>
            <a:r>
              <a:t>Seventh-level bullet</a:t>
            </a:r>
          </a:p>
        </p:txBody>
      </p:sp>
      <p:sp>
        <p:nvSpPr>
          <p:cNvPr id="5" name="Content Placeholder 2">
            <a:extLst>
              <a:ext uri="{FF2B5EF4-FFF2-40B4-BE49-F238E27FC236}">
                <a16:creationId xmlns:a16="http://schemas.microsoft.com/office/drawing/2014/main" id="{BF701E16-B3EA-4DBC-A4AC-2766509A70CC}"/>
              </a:ext>
            </a:extLst>
          </p:cNvPr>
          <p:cNvSpPr>
            <a:spLocks noGrp="1"/>
          </p:cNvSpPr>
          <p:nvPr>
            <p:ph idx="10" hasCustomPrompt="1"/>
          </p:nvPr>
        </p:nvSpPr>
        <p:spPr>
          <a:xfrm>
            <a:off x="6382512" y="1767532"/>
            <a:ext cx="5237114" cy="3973512"/>
          </a:xfrm>
        </p:spPr>
        <p:txBody>
          <a:bodyPr vert="horz" lIns="0" tIns="0" rIns="0" bIns="0">
            <a:noAutofit/>
          </a:bodyPr>
          <a:lstStyle>
            <a:lvl1pPr>
              <a:lnSpc>
                <a:spcPct val="100000"/>
              </a:lnSpc>
              <a:buNone/>
              <a:defRPr sz="1800" b="1" cap="none">
                <a:solidFill>
                  <a:schemeClr val="tx2"/>
                </a:solidFill>
                <a:latin typeface="+mn-lt"/>
                <a:ea typeface="+mn-lt"/>
                <a:cs typeface="+mn-lt"/>
              </a:defRPr>
            </a:lvl1pPr>
            <a:lvl2pPr marL="0" indent="0">
              <a:buNone/>
              <a:defRPr sz="1300">
                <a:solidFill>
                  <a:schemeClr val="tx2"/>
                </a:solidFill>
              </a:defRPr>
            </a:lvl2pPr>
            <a:lvl3pPr marL="171450" indent="-171450">
              <a:spcBef>
                <a:spcPts val="1200"/>
              </a:spcBef>
              <a:buChar char="•"/>
              <a:defRPr sz="1300">
                <a:solidFill>
                  <a:schemeClr val="tx2"/>
                </a:solidFill>
              </a:defRPr>
            </a:lvl3pPr>
            <a:lvl4pPr marL="342900" indent="-171450">
              <a:buChar char="–"/>
              <a:defRPr sz="1300">
                <a:solidFill>
                  <a:schemeClr val="tx2"/>
                </a:solidFill>
              </a:defRPr>
            </a:lvl4pPr>
            <a:lvl5pPr marL="514350" indent="-171450">
              <a:buChar char="•"/>
              <a:defRPr sz="1300">
                <a:solidFill>
                  <a:schemeClr val="tx2"/>
                </a:solidFill>
              </a:defRPr>
            </a:lvl5pPr>
            <a:lvl6pPr marL="685800" indent="-171450">
              <a:buChar char="–"/>
              <a:defRPr sz="1300">
                <a:solidFill>
                  <a:schemeClr val="tx2"/>
                </a:solidFill>
              </a:defRPr>
            </a:lvl6pPr>
            <a:lvl7pPr marL="860425" indent="-173038">
              <a:buChar char="•"/>
              <a:defRPr sz="1300"/>
            </a:lvl7pPr>
            <a:lvl8pPr marL="1031875" indent="-171450">
              <a:buChar char="–"/>
              <a:defRPr sz="1300"/>
            </a:lvl8pPr>
            <a:lvl9pPr marL="1203325" indent="-171450">
              <a:buChar char="•"/>
              <a:defRPr sz="1300"/>
            </a:lvl9pPr>
          </a:lstStyle>
          <a:p>
            <a:pPr marL="0" indent="0" algn="l">
              <a:lnSpc>
                <a:spcPct val="100000"/>
              </a:lnSpc>
              <a:spcBef>
                <a:spcPts val="1800"/>
              </a:spcBef>
              <a:buNone/>
            </a:pPr>
            <a:r>
              <a:t>Click to add header</a:t>
            </a:r>
          </a:p>
          <a:p>
            <a:pPr>
              <a:buNone/>
            </a:pPr>
            <a:r>
              <a:t>Body text</a:t>
            </a:r>
          </a:p>
          <a:p>
            <a:pPr>
              <a:buNone/>
            </a:pPr>
            <a:r>
              <a:t>First-level bullet</a:t>
            </a:r>
          </a:p>
          <a:p>
            <a:pPr>
              <a:buNone/>
            </a:pPr>
            <a:r>
              <a:t>Second-level bullet</a:t>
            </a:r>
          </a:p>
          <a:p>
            <a:pPr>
              <a:buNone/>
            </a:pPr>
            <a:r>
              <a:t>Third-level bullet</a:t>
            </a:r>
          </a:p>
          <a:p>
            <a:pPr>
              <a:buNone/>
            </a:pPr>
            <a:r>
              <a:t>Fourth-level bullet</a:t>
            </a:r>
          </a:p>
          <a:p>
            <a:pPr>
              <a:buNone/>
            </a:pPr>
            <a:r>
              <a:t>Fifth-level bullet</a:t>
            </a:r>
          </a:p>
          <a:p>
            <a:pPr>
              <a:buNone/>
            </a:pPr>
            <a:r>
              <a:t>Sixth-level bullet</a:t>
            </a:r>
          </a:p>
          <a:p>
            <a:pPr>
              <a:buNone/>
            </a:pPr>
            <a:r>
              <a:t>Seventh-level bullet</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82C91-2CF8-47C5-AB3B-82BA9EBE83AE}"/>
              </a:ext>
            </a:extLst>
          </p:cNvPr>
          <p:cNvSpPr>
            <a:spLocks noGrp="1"/>
          </p:cNvSpPr>
          <p:nvPr>
            <p:ph type="title" hasCustomPrompt="1"/>
          </p:nvPr>
        </p:nvSpPr>
        <p:spPr>
          <a:xfrm>
            <a:off x="557784" y="530351"/>
            <a:ext cx="9665208" cy="713232"/>
          </a:xfrm>
        </p:spPr>
        <p:txBody>
          <a:bodyPr/>
          <a:lstStyle>
            <a:lvl1pPr>
              <a:buNone/>
              <a:defRPr>
                <a:solidFill>
                  <a:schemeClr val="tx2"/>
                </a:solidFill>
              </a:defRPr>
            </a:lvl1pPr>
          </a:lstStyle>
          <a:p>
            <a:r>
              <a:t>Click to add title for three-column layout</a:t>
            </a:r>
          </a:p>
        </p:txBody>
      </p:sp>
      <p:sp>
        <p:nvSpPr>
          <p:cNvPr id="3" name="Content Placeholder 2">
            <a:extLst>
              <a:ext uri="{FF2B5EF4-FFF2-40B4-BE49-F238E27FC236}">
                <a16:creationId xmlns:a16="http://schemas.microsoft.com/office/drawing/2014/main" id="{DF33861F-6648-43EA-B791-5DE85279E979}"/>
              </a:ext>
            </a:extLst>
          </p:cNvPr>
          <p:cNvSpPr>
            <a:spLocks noGrp="1"/>
          </p:cNvSpPr>
          <p:nvPr>
            <p:ph idx="1" hasCustomPrompt="1"/>
          </p:nvPr>
        </p:nvSpPr>
        <p:spPr>
          <a:xfrm>
            <a:off x="557784" y="1764792"/>
            <a:ext cx="3433191" cy="3988308"/>
          </a:xfrm>
        </p:spPr>
        <p:txBody>
          <a:bodyPr vert="horz" lIns="0" tIns="0" rIns="0" bIns="0">
            <a:noAutofit/>
          </a:bodyPr>
          <a:lstStyle>
            <a:lvl1pPr>
              <a:lnSpc>
                <a:spcPct val="100000"/>
              </a:lnSpc>
              <a:buNone/>
              <a:defRPr sz="1800" b="1" cap="none">
                <a:solidFill>
                  <a:schemeClr val="tx2"/>
                </a:solidFill>
                <a:latin typeface="+mn-lt"/>
                <a:ea typeface="+mn-lt"/>
                <a:cs typeface="+mn-lt"/>
              </a:defRPr>
            </a:lvl1pPr>
            <a:lvl2pPr marL="0" indent="0">
              <a:buNone/>
              <a:defRPr sz="1300">
                <a:solidFill>
                  <a:schemeClr val="tx2"/>
                </a:solidFill>
              </a:defRPr>
            </a:lvl2pPr>
            <a:lvl3pPr marL="174625" indent="-174625">
              <a:spcBef>
                <a:spcPts val="1200"/>
              </a:spcBef>
              <a:buChar char="•"/>
              <a:defRPr sz="1300">
                <a:solidFill>
                  <a:schemeClr val="tx2"/>
                </a:solidFill>
              </a:defRPr>
            </a:lvl3pPr>
            <a:lvl4pPr marL="347663" indent="-173038">
              <a:buChar char="–"/>
              <a:defRPr sz="1300">
                <a:solidFill>
                  <a:schemeClr val="tx2"/>
                </a:solidFill>
              </a:defRPr>
            </a:lvl4pPr>
            <a:lvl5pPr marL="511175" indent="-163513">
              <a:buChar char="•"/>
              <a:defRPr sz="1300">
                <a:solidFill>
                  <a:schemeClr val="tx2"/>
                </a:solidFill>
              </a:defRPr>
            </a:lvl5pPr>
            <a:lvl6pPr marL="685800" indent="-174625">
              <a:buChar char="–"/>
              <a:defRPr sz="1300">
                <a:solidFill>
                  <a:schemeClr val="tx2"/>
                </a:solidFill>
              </a:defRPr>
            </a:lvl6pPr>
            <a:lvl7pPr marL="860425" indent="-173038">
              <a:buChar char="•"/>
              <a:defRPr sz="1300"/>
            </a:lvl7pPr>
            <a:lvl8pPr marL="1031875" indent="-171450">
              <a:buChar char="–"/>
              <a:defRPr sz="1300"/>
            </a:lvl8pPr>
            <a:lvl9pPr marL="1203325" indent="-171450">
              <a:buChar char="•"/>
              <a:defRPr sz="1300"/>
            </a:lvl9pPr>
          </a:lstStyle>
          <a:p>
            <a:pPr marL="0" indent="0" algn="l">
              <a:lnSpc>
                <a:spcPct val="100000"/>
              </a:lnSpc>
              <a:spcBef>
                <a:spcPts val="1800"/>
              </a:spcBef>
              <a:buNone/>
            </a:pPr>
            <a:r>
              <a:t>Click to add header</a:t>
            </a:r>
          </a:p>
          <a:p>
            <a:pPr>
              <a:buNone/>
            </a:pPr>
            <a:r>
              <a:t>Body text</a:t>
            </a:r>
          </a:p>
          <a:p>
            <a:pPr>
              <a:buNone/>
            </a:pPr>
            <a:r>
              <a:t>First-level bullet</a:t>
            </a:r>
          </a:p>
          <a:p>
            <a:pPr>
              <a:buNone/>
            </a:pPr>
            <a:r>
              <a:t>Second-level bullet</a:t>
            </a:r>
          </a:p>
          <a:p>
            <a:pPr>
              <a:buNone/>
            </a:pPr>
            <a:r>
              <a:t>Third-level bullet</a:t>
            </a:r>
          </a:p>
          <a:p>
            <a:pPr>
              <a:buNone/>
            </a:pPr>
            <a:r>
              <a:t>Fourth-level bullet</a:t>
            </a:r>
          </a:p>
          <a:p>
            <a:pPr>
              <a:buNone/>
            </a:pPr>
            <a:r>
              <a:t>Fifth-level bullet</a:t>
            </a:r>
          </a:p>
          <a:p>
            <a:pPr>
              <a:buNone/>
            </a:pPr>
            <a:r>
              <a:t>Sixth-level bullet</a:t>
            </a:r>
          </a:p>
          <a:p>
            <a:pPr>
              <a:buNone/>
            </a:pPr>
            <a:r>
              <a:t>Seventh-level bullet</a:t>
            </a:r>
          </a:p>
        </p:txBody>
      </p:sp>
      <p:sp>
        <p:nvSpPr>
          <p:cNvPr id="6" name="Content Placeholder 2">
            <a:extLst>
              <a:ext uri="{FF2B5EF4-FFF2-40B4-BE49-F238E27FC236}">
                <a16:creationId xmlns:a16="http://schemas.microsoft.com/office/drawing/2014/main" id="{FD5545B5-8311-4444-AC99-C440492325AA}"/>
              </a:ext>
            </a:extLst>
          </p:cNvPr>
          <p:cNvSpPr>
            <a:spLocks noGrp="1"/>
          </p:cNvSpPr>
          <p:nvPr>
            <p:ph idx="10" hasCustomPrompt="1"/>
          </p:nvPr>
        </p:nvSpPr>
        <p:spPr>
          <a:xfrm>
            <a:off x="4370832" y="1764792"/>
            <a:ext cx="3433191" cy="3988308"/>
          </a:xfrm>
        </p:spPr>
        <p:txBody>
          <a:bodyPr vert="horz" lIns="0" tIns="0" rIns="0" bIns="0">
            <a:noAutofit/>
          </a:bodyPr>
          <a:lstStyle>
            <a:lvl1pPr>
              <a:lnSpc>
                <a:spcPct val="100000"/>
              </a:lnSpc>
              <a:buNone/>
              <a:defRPr sz="1800" b="1" cap="none">
                <a:solidFill>
                  <a:schemeClr val="tx2"/>
                </a:solidFill>
                <a:latin typeface="+mn-lt"/>
                <a:ea typeface="+mn-lt"/>
                <a:cs typeface="+mn-lt"/>
              </a:defRPr>
            </a:lvl1pPr>
            <a:lvl2pPr marL="0" indent="0">
              <a:buNone/>
              <a:defRPr sz="1300">
                <a:solidFill>
                  <a:schemeClr val="tx2"/>
                </a:solidFill>
              </a:defRPr>
            </a:lvl2pPr>
            <a:lvl3pPr marL="174625" indent="-174625">
              <a:spcBef>
                <a:spcPts val="1200"/>
              </a:spcBef>
              <a:buChar char="•"/>
              <a:defRPr sz="1300">
                <a:solidFill>
                  <a:schemeClr val="tx2"/>
                </a:solidFill>
              </a:defRPr>
            </a:lvl3pPr>
            <a:lvl4pPr marL="347663" indent="-173038">
              <a:buChar char="–"/>
              <a:defRPr sz="1300">
                <a:solidFill>
                  <a:schemeClr val="tx2"/>
                </a:solidFill>
              </a:defRPr>
            </a:lvl4pPr>
            <a:lvl5pPr marL="511175" indent="-163513">
              <a:buChar char="•"/>
              <a:defRPr sz="1300">
                <a:solidFill>
                  <a:schemeClr val="tx2"/>
                </a:solidFill>
              </a:defRPr>
            </a:lvl5pPr>
            <a:lvl6pPr marL="685800" indent="-174625">
              <a:buChar char="–"/>
              <a:defRPr sz="1300">
                <a:solidFill>
                  <a:schemeClr val="tx2"/>
                </a:solidFill>
              </a:defRPr>
            </a:lvl6pPr>
            <a:lvl7pPr marL="860425" indent="-173038">
              <a:buChar char="•"/>
              <a:defRPr sz="1300"/>
            </a:lvl7pPr>
            <a:lvl8pPr marL="1031875" indent="-171450">
              <a:buChar char="–"/>
              <a:defRPr sz="1300"/>
            </a:lvl8pPr>
            <a:lvl9pPr marL="1203325" indent="-171450">
              <a:buChar char="•"/>
              <a:defRPr sz="1300"/>
            </a:lvl9pPr>
          </a:lstStyle>
          <a:p>
            <a:pPr marL="0" indent="0" algn="l">
              <a:lnSpc>
                <a:spcPct val="100000"/>
              </a:lnSpc>
              <a:spcBef>
                <a:spcPts val="1800"/>
              </a:spcBef>
              <a:buNone/>
            </a:pPr>
            <a:r>
              <a:t>Click to add header</a:t>
            </a:r>
          </a:p>
          <a:p>
            <a:pPr>
              <a:buNone/>
            </a:pPr>
            <a:r>
              <a:t>Body text</a:t>
            </a:r>
          </a:p>
          <a:p>
            <a:pPr>
              <a:buNone/>
            </a:pPr>
            <a:r>
              <a:t>First-level bullet</a:t>
            </a:r>
          </a:p>
          <a:p>
            <a:pPr>
              <a:buNone/>
            </a:pPr>
            <a:r>
              <a:t>Second-level bullet</a:t>
            </a:r>
          </a:p>
          <a:p>
            <a:pPr>
              <a:buNone/>
            </a:pPr>
            <a:r>
              <a:t>Third-level bullet</a:t>
            </a:r>
          </a:p>
          <a:p>
            <a:pPr>
              <a:buNone/>
            </a:pPr>
            <a:r>
              <a:t>Fourth-level bullet</a:t>
            </a:r>
          </a:p>
          <a:p>
            <a:pPr>
              <a:buNone/>
            </a:pPr>
            <a:r>
              <a:t>Fifth-level bullet</a:t>
            </a:r>
          </a:p>
          <a:p>
            <a:pPr>
              <a:buNone/>
            </a:pPr>
            <a:r>
              <a:t>Sixth-level bullet</a:t>
            </a:r>
          </a:p>
          <a:p>
            <a:pPr>
              <a:buNone/>
            </a:pPr>
            <a:r>
              <a:t>Seventh-level bullet</a:t>
            </a:r>
          </a:p>
        </p:txBody>
      </p:sp>
      <p:sp>
        <p:nvSpPr>
          <p:cNvPr id="7" name="Content Placeholder 2">
            <a:extLst>
              <a:ext uri="{FF2B5EF4-FFF2-40B4-BE49-F238E27FC236}">
                <a16:creationId xmlns:a16="http://schemas.microsoft.com/office/drawing/2014/main" id="{5FBA3C06-B911-44CA-9CCE-A25790D69D48}"/>
              </a:ext>
            </a:extLst>
          </p:cNvPr>
          <p:cNvSpPr>
            <a:spLocks noGrp="1"/>
          </p:cNvSpPr>
          <p:nvPr>
            <p:ph idx="11" hasCustomPrompt="1"/>
          </p:nvPr>
        </p:nvSpPr>
        <p:spPr>
          <a:xfrm>
            <a:off x="8183880" y="1764792"/>
            <a:ext cx="3433191" cy="3988308"/>
          </a:xfrm>
        </p:spPr>
        <p:txBody>
          <a:bodyPr vert="horz" lIns="0" tIns="0" rIns="0" bIns="0">
            <a:noAutofit/>
          </a:bodyPr>
          <a:lstStyle>
            <a:lvl1pPr>
              <a:lnSpc>
                <a:spcPct val="100000"/>
              </a:lnSpc>
              <a:buNone/>
              <a:defRPr sz="1800" b="1" cap="none">
                <a:solidFill>
                  <a:schemeClr val="tx2"/>
                </a:solidFill>
                <a:latin typeface="+mn-lt"/>
                <a:ea typeface="+mn-lt"/>
                <a:cs typeface="+mn-lt"/>
              </a:defRPr>
            </a:lvl1pPr>
            <a:lvl2pPr marL="0" indent="0">
              <a:buNone/>
              <a:defRPr sz="1300">
                <a:solidFill>
                  <a:schemeClr val="tx2"/>
                </a:solidFill>
              </a:defRPr>
            </a:lvl2pPr>
            <a:lvl3pPr marL="174625" indent="-174625">
              <a:spcBef>
                <a:spcPts val="1200"/>
              </a:spcBef>
              <a:buChar char="•"/>
              <a:defRPr sz="1300">
                <a:solidFill>
                  <a:schemeClr val="tx2"/>
                </a:solidFill>
              </a:defRPr>
            </a:lvl3pPr>
            <a:lvl4pPr marL="347663" indent="-173038">
              <a:buChar char="–"/>
              <a:defRPr sz="1300">
                <a:solidFill>
                  <a:schemeClr val="tx2"/>
                </a:solidFill>
              </a:defRPr>
            </a:lvl4pPr>
            <a:lvl5pPr marL="511175" indent="-163513">
              <a:buChar char="•"/>
              <a:defRPr sz="1300">
                <a:solidFill>
                  <a:schemeClr val="tx2"/>
                </a:solidFill>
              </a:defRPr>
            </a:lvl5pPr>
            <a:lvl6pPr marL="685800" indent="-174625">
              <a:buChar char="–"/>
              <a:defRPr sz="1300">
                <a:solidFill>
                  <a:schemeClr val="tx2"/>
                </a:solidFill>
              </a:defRPr>
            </a:lvl6pPr>
            <a:lvl7pPr marL="860425" indent="-173038">
              <a:buChar char="•"/>
              <a:defRPr sz="1300"/>
            </a:lvl7pPr>
            <a:lvl8pPr marL="1031875" indent="-171450">
              <a:buChar char="–"/>
              <a:defRPr sz="1300"/>
            </a:lvl8pPr>
            <a:lvl9pPr marL="1203325" indent="-171450">
              <a:buChar char="•"/>
              <a:defRPr sz="1300"/>
            </a:lvl9pPr>
          </a:lstStyle>
          <a:p>
            <a:pPr marL="0" indent="0" algn="l">
              <a:lnSpc>
                <a:spcPct val="100000"/>
              </a:lnSpc>
              <a:spcBef>
                <a:spcPts val="1800"/>
              </a:spcBef>
              <a:buNone/>
            </a:pPr>
            <a:r>
              <a:t>Click to add header</a:t>
            </a:r>
          </a:p>
          <a:p>
            <a:pPr>
              <a:buNone/>
            </a:pPr>
            <a:r>
              <a:t>Body text</a:t>
            </a:r>
          </a:p>
          <a:p>
            <a:pPr>
              <a:buNone/>
            </a:pPr>
            <a:r>
              <a:t>First-level bullet</a:t>
            </a:r>
          </a:p>
          <a:p>
            <a:pPr>
              <a:buNone/>
            </a:pPr>
            <a:r>
              <a:t>Second-level bullet</a:t>
            </a:r>
          </a:p>
          <a:p>
            <a:pPr>
              <a:buNone/>
            </a:pPr>
            <a:r>
              <a:t>Third-level bullet</a:t>
            </a:r>
          </a:p>
          <a:p>
            <a:pPr>
              <a:buNone/>
            </a:pPr>
            <a:r>
              <a:t>Fourth-level bullet</a:t>
            </a:r>
          </a:p>
          <a:p>
            <a:pPr>
              <a:buNone/>
            </a:pPr>
            <a:r>
              <a:t>Fifth-level bullet</a:t>
            </a:r>
          </a:p>
          <a:p>
            <a:pPr>
              <a:buNone/>
            </a:pPr>
            <a:r>
              <a:t>Sixth-level bullet</a:t>
            </a:r>
          </a:p>
          <a:p>
            <a:pPr>
              <a:buNone/>
            </a:pPr>
            <a:r>
              <a:t>Seventh-level bullet</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19FAE-B9D7-44F4-8E9F-C3787AB68AB3}"/>
              </a:ext>
            </a:extLst>
          </p:cNvPr>
          <p:cNvSpPr>
            <a:spLocks noGrp="1"/>
          </p:cNvSpPr>
          <p:nvPr>
            <p:ph type="title" hasCustomPrompt="1"/>
          </p:nvPr>
        </p:nvSpPr>
        <p:spPr>
          <a:xfrm>
            <a:off x="557784" y="530351"/>
            <a:ext cx="9665208" cy="713232"/>
          </a:xfrm>
        </p:spPr>
        <p:txBody>
          <a:bodyPr/>
          <a:lstStyle>
            <a:lvl1pPr>
              <a:buNone/>
              <a:defRPr>
                <a:solidFill>
                  <a:schemeClr val="tx2"/>
                </a:solidFill>
              </a:defRPr>
            </a:lvl1pPr>
          </a:lstStyle>
          <a:p>
            <a:r>
              <a:t>Click to add title for four-column layout</a:t>
            </a:r>
          </a:p>
        </p:txBody>
      </p:sp>
      <p:sp>
        <p:nvSpPr>
          <p:cNvPr id="3" name="Content Placeholder 2">
            <a:extLst>
              <a:ext uri="{FF2B5EF4-FFF2-40B4-BE49-F238E27FC236}">
                <a16:creationId xmlns:a16="http://schemas.microsoft.com/office/drawing/2014/main" id="{B083B939-08AB-48B4-871F-034650D37DE5}"/>
              </a:ext>
            </a:extLst>
          </p:cNvPr>
          <p:cNvSpPr>
            <a:spLocks noGrp="1"/>
          </p:cNvSpPr>
          <p:nvPr>
            <p:ph idx="1" hasCustomPrompt="1"/>
          </p:nvPr>
        </p:nvSpPr>
        <p:spPr>
          <a:xfrm>
            <a:off x="557784" y="1764792"/>
            <a:ext cx="2505456" cy="3977640"/>
          </a:xfrm>
        </p:spPr>
        <p:txBody>
          <a:bodyPr vert="horz" lIns="0" tIns="0" rIns="0" bIns="0">
            <a:noAutofit/>
          </a:bodyPr>
          <a:lstStyle>
            <a:lvl1pPr>
              <a:lnSpc>
                <a:spcPct val="100000"/>
              </a:lnSpc>
              <a:buNone/>
              <a:defRPr sz="1800" b="1" cap="none">
                <a:solidFill>
                  <a:schemeClr val="tx2"/>
                </a:solidFill>
                <a:latin typeface="+mn-lt"/>
                <a:ea typeface="+mn-lt"/>
                <a:cs typeface="+mn-lt"/>
              </a:defRPr>
            </a:lvl1pPr>
            <a:lvl2pPr marL="0" indent="0">
              <a:buNone/>
              <a:defRPr sz="1300">
                <a:solidFill>
                  <a:schemeClr val="tx2"/>
                </a:solidFill>
              </a:defRPr>
            </a:lvl2pPr>
            <a:lvl3pPr marL="174625" indent="-174625">
              <a:spcBef>
                <a:spcPts val="1200"/>
              </a:spcBef>
              <a:buChar char="•"/>
              <a:defRPr sz="1300">
                <a:solidFill>
                  <a:schemeClr val="tx2"/>
                </a:solidFill>
              </a:defRPr>
            </a:lvl3pPr>
            <a:lvl4pPr marL="347663" indent="-173038">
              <a:buChar char="–"/>
              <a:defRPr sz="1300">
                <a:solidFill>
                  <a:schemeClr val="tx2"/>
                </a:solidFill>
              </a:defRPr>
            </a:lvl4pPr>
            <a:lvl5pPr marL="511175" indent="-163513">
              <a:buChar char="•"/>
              <a:defRPr sz="1300">
                <a:solidFill>
                  <a:schemeClr val="tx2"/>
                </a:solidFill>
              </a:defRPr>
            </a:lvl5pPr>
            <a:lvl6pPr marL="685800" indent="-174625">
              <a:buChar char="–"/>
              <a:defRPr sz="1300">
                <a:solidFill>
                  <a:schemeClr val="tx2"/>
                </a:solidFill>
              </a:defRPr>
            </a:lvl6pPr>
            <a:lvl7pPr marL="860425" indent="-173038">
              <a:buChar char="•"/>
              <a:defRPr sz="1300"/>
            </a:lvl7pPr>
            <a:lvl8pPr marL="1031875" indent="-171450">
              <a:buChar char="–"/>
              <a:defRPr sz="1300"/>
            </a:lvl8pPr>
            <a:lvl9pPr marL="1203325" indent="-171450">
              <a:buChar char="•"/>
              <a:defRPr sz="1300"/>
            </a:lvl9pPr>
          </a:lstStyle>
          <a:p>
            <a:pPr marL="0" indent="0" algn="l">
              <a:lnSpc>
                <a:spcPct val="100000"/>
              </a:lnSpc>
              <a:spcBef>
                <a:spcPts val="1800"/>
              </a:spcBef>
              <a:buNone/>
            </a:pPr>
            <a:r>
              <a:t>Click to add header</a:t>
            </a:r>
          </a:p>
          <a:p>
            <a:pPr>
              <a:buNone/>
            </a:pPr>
            <a:r>
              <a:t>Body text</a:t>
            </a:r>
          </a:p>
          <a:p>
            <a:pPr>
              <a:buNone/>
            </a:pPr>
            <a:r>
              <a:t>First-level bullet</a:t>
            </a:r>
          </a:p>
          <a:p>
            <a:pPr>
              <a:buNone/>
            </a:pPr>
            <a:r>
              <a:t>Second-level bullet</a:t>
            </a:r>
          </a:p>
          <a:p>
            <a:pPr>
              <a:buNone/>
            </a:pPr>
            <a:r>
              <a:t>Third-level bullet</a:t>
            </a:r>
          </a:p>
          <a:p>
            <a:pPr>
              <a:buNone/>
            </a:pPr>
            <a:r>
              <a:t>Fourth-level bullet</a:t>
            </a:r>
          </a:p>
          <a:p>
            <a:pPr>
              <a:buNone/>
            </a:pPr>
            <a:r>
              <a:t>Fifth-level bullet</a:t>
            </a:r>
          </a:p>
          <a:p>
            <a:pPr>
              <a:buNone/>
            </a:pPr>
            <a:r>
              <a:t>Sixth-level bullet</a:t>
            </a:r>
          </a:p>
          <a:p>
            <a:pPr>
              <a:buNone/>
            </a:pPr>
            <a:r>
              <a:t>Seventh-level bullet</a:t>
            </a:r>
          </a:p>
        </p:txBody>
      </p:sp>
      <p:sp>
        <p:nvSpPr>
          <p:cNvPr id="7" name="Content Placeholder 2">
            <a:extLst>
              <a:ext uri="{FF2B5EF4-FFF2-40B4-BE49-F238E27FC236}">
                <a16:creationId xmlns:a16="http://schemas.microsoft.com/office/drawing/2014/main" id="{4638AEE6-A2D4-451F-98E2-6B52083D7DAC}"/>
              </a:ext>
            </a:extLst>
          </p:cNvPr>
          <p:cNvSpPr>
            <a:spLocks noGrp="1"/>
          </p:cNvSpPr>
          <p:nvPr>
            <p:ph idx="10" hasCustomPrompt="1"/>
          </p:nvPr>
        </p:nvSpPr>
        <p:spPr>
          <a:xfrm>
            <a:off x="3410712" y="1764792"/>
            <a:ext cx="2505456" cy="3977640"/>
          </a:xfrm>
        </p:spPr>
        <p:txBody>
          <a:bodyPr vert="horz" lIns="0" tIns="0" rIns="0" bIns="0">
            <a:noAutofit/>
          </a:bodyPr>
          <a:lstStyle>
            <a:lvl1pPr>
              <a:lnSpc>
                <a:spcPct val="100000"/>
              </a:lnSpc>
              <a:buNone/>
              <a:defRPr sz="1800" b="1" cap="none">
                <a:solidFill>
                  <a:schemeClr val="tx2"/>
                </a:solidFill>
                <a:latin typeface="+mn-lt"/>
                <a:ea typeface="+mn-lt"/>
                <a:cs typeface="+mn-lt"/>
              </a:defRPr>
            </a:lvl1pPr>
            <a:lvl2pPr marL="0" indent="0">
              <a:buNone/>
              <a:defRPr sz="1300">
                <a:solidFill>
                  <a:schemeClr val="tx2"/>
                </a:solidFill>
              </a:defRPr>
            </a:lvl2pPr>
            <a:lvl3pPr marL="174625" indent="-174625">
              <a:spcBef>
                <a:spcPts val="1200"/>
              </a:spcBef>
              <a:buChar char="•"/>
              <a:defRPr sz="1300">
                <a:solidFill>
                  <a:schemeClr val="tx2"/>
                </a:solidFill>
              </a:defRPr>
            </a:lvl3pPr>
            <a:lvl4pPr marL="347663" indent="-173038">
              <a:buChar char="–"/>
              <a:defRPr sz="1300">
                <a:solidFill>
                  <a:schemeClr val="tx2"/>
                </a:solidFill>
              </a:defRPr>
            </a:lvl4pPr>
            <a:lvl5pPr marL="511175" indent="-163513">
              <a:buChar char="•"/>
              <a:defRPr sz="1300">
                <a:solidFill>
                  <a:schemeClr val="tx2"/>
                </a:solidFill>
              </a:defRPr>
            </a:lvl5pPr>
            <a:lvl6pPr marL="685800" indent="-174625">
              <a:buChar char="–"/>
              <a:defRPr sz="1300">
                <a:solidFill>
                  <a:schemeClr val="tx2"/>
                </a:solidFill>
              </a:defRPr>
            </a:lvl6pPr>
            <a:lvl7pPr marL="860425" indent="-173038">
              <a:buChar char="•"/>
              <a:defRPr sz="1300"/>
            </a:lvl7pPr>
            <a:lvl8pPr marL="1031875" indent="-171450">
              <a:buChar char="–"/>
              <a:defRPr sz="1300"/>
            </a:lvl8pPr>
            <a:lvl9pPr marL="1203325" indent="-171450">
              <a:buChar char="•"/>
              <a:defRPr sz="1300"/>
            </a:lvl9pPr>
          </a:lstStyle>
          <a:p>
            <a:pPr marL="0" indent="0" algn="l">
              <a:lnSpc>
                <a:spcPct val="100000"/>
              </a:lnSpc>
              <a:spcBef>
                <a:spcPts val="1800"/>
              </a:spcBef>
              <a:buNone/>
            </a:pPr>
            <a:r>
              <a:t>Click to add header</a:t>
            </a:r>
          </a:p>
          <a:p>
            <a:pPr>
              <a:buNone/>
            </a:pPr>
            <a:r>
              <a:t>Body text</a:t>
            </a:r>
          </a:p>
          <a:p>
            <a:pPr>
              <a:buNone/>
            </a:pPr>
            <a:r>
              <a:t>First-level bullet</a:t>
            </a:r>
          </a:p>
          <a:p>
            <a:pPr>
              <a:buNone/>
            </a:pPr>
            <a:r>
              <a:t>Second-level bullet</a:t>
            </a:r>
          </a:p>
          <a:p>
            <a:pPr>
              <a:buNone/>
            </a:pPr>
            <a:r>
              <a:t>Third-level bullet</a:t>
            </a:r>
          </a:p>
          <a:p>
            <a:pPr>
              <a:buNone/>
            </a:pPr>
            <a:r>
              <a:t>Fourth-level bullet</a:t>
            </a:r>
          </a:p>
          <a:p>
            <a:pPr>
              <a:buNone/>
            </a:pPr>
            <a:r>
              <a:t>Fifth-level bullet</a:t>
            </a:r>
          </a:p>
          <a:p>
            <a:pPr>
              <a:buNone/>
            </a:pPr>
            <a:r>
              <a:t>Sixth-level bullet</a:t>
            </a:r>
          </a:p>
          <a:p>
            <a:pPr>
              <a:buNone/>
            </a:pPr>
            <a:r>
              <a:t>Seventh-level bullet</a:t>
            </a:r>
          </a:p>
        </p:txBody>
      </p:sp>
      <p:sp>
        <p:nvSpPr>
          <p:cNvPr id="8" name="Content Placeholder 2">
            <a:extLst>
              <a:ext uri="{FF2B5EF4-FFF2-40B4-BE49-F238E27FC236}">
                <a16:creationId xmlns:a16="http://schemas.microsoft.com/office/drawing/2014/main" id="{739E44F7-F5EB-40A7-B648-5D5D0D0A8B83}"/>
              </a:ext>
            </a:extLst>
          </p:cNvPr>
          <p:cNvSpPr>
            <a:spLocks noGrp="1"/>
          </p:cNvSpPr>
          <p:nvPr>
            <p:ph idx="11" hasCustomPrompt="1"/>
          </p:nvPr>
        </p:nvSpPr>
        <p:spPr>
          <a:xfrm>
            <a:off x="6254496" y="1764792"/>
            <a:ext cx="2505456" cy="3977640"/>
          </a:xfrm>
        </p:spPr>
        <p:txBody>
          <a:bodyPr vert="horz" lIns="0" tIns="0" rIns="0" bIns="0">
            <a:noAutofit/>
          </a:bodyPr>
          <a:lstStyle>
            <a:lvl1pPr>
              <a:lnSpc>
                <a:spcPct val="100000"/>
              </a:lnSpc>
              <a:buNone/>
              <a:defRPr sz="1800" b="1" cap="none">
                <a:solidFill>
                  <a:schemeClr val="tx2"/>
                </a:solidFill>
                <a:latin typeface="+mn-lt"/>
                <a:ea typeface="+mn-lt"/>
                <a:cs typeface="+mn-lt"/>
              </a:defRPr>
            </a:lvl1pPr>
            <a:lvl2pPr marL="0" indent="0">
              <a:buNone/>
              <a:defRPr sz="1300">
                <a:solidFill>
                  <a:schemeClr val="tx2"/>
                </a:solidFill>
              </a:defRPr>
            </a:lvl2pPr>
            <a:lvl3pPr marL="174625" indent="-174625">
              <a:spcBef>
                <a:spcPts val="1200"/>
              </a:spcBef>
              <a:buChar char="•"/>
              <a:defRPr sz="1300">
                <a:solidFill>
                  <a:schemeClr val="tx2"/>
                </a:solidFill>
              </a:defRPr>
            </a:lvl3pPr>
            <a:lvl4pPr marL="347663" indent="-173038">
              <a:buChar char="–"/>
              <a:defRPr sz="1300">
                <a:solidFill>
                  <a:schemeClr val="tx2"/>
                </a:solidFill>
              </a:defRPr>
            </a:lvl4pPr>
            <a:lvl5pPr marL="511175" indent="-163513">
              <a:buChar char="•"/>
              <a:defRPr sz="1300">
                <a:solidFill>
                  <a:schemeClr val="tx2"/>
                </a:solidFill>
              </a:defRPr>
            </a:lvl5pPr>
            <a:lvl6pPr marL="685800" indent="-174625">
              <a:buChar char="–"/>
              <a:defRPr sz="1300">
                <a:solidFill>
                  <a:schemeClr val="tx2"/>
                </a:solidFill>
              </a:defRPr>
            </a:lvl6pPr>
            <a:lvl7pPr marL="860425" indent="-173038">
              <a:buChar char="•"/>
              <a:defRPr sz="1300"/>
            </a:lvl7pPr>
            <a:lvl8pPr marL="1031875" indent="-171450">
              <a:buChar char="–"/>
              <a:defRPr sz="1300"/>
            </a:lvl8pPr>
            <a:lvl9pPr marL="1203325" indent="-171450">
              <a:buChar char="•"/>
              <a:defRPr sz="1300"/>
            </a:lvl9pPr>
          </a:lstStyle>
          <a:p>
            <a:pPr marL="0" indent="0" algn="l">
              <a:lnSpc>
                <a:spcPct val="100000"/>
              </a:lnSpc>
              <a:spcBef>
                <a:spcPts val="1800"/>
              </a:spcBef>
              <a:buNone/>
            </a:pPr>
            <a:r>
              <a:t>Click to add header</a:t>
            </a:r>
          </a:p>
          <a:p>
            <a:pPr>
              <a:buNone/>
            </a:pPr>
            <a:r>
              <a:t>Body text</a:t>
            </a:r>
          </a:p>
          <a:p>
            <a:pPr>
              <a:buNone/>
            </a:pPr>
            <a:r>
              <a:t>First-level bullet</a:t>
            </a:r>
          </a:p>
          <a:p>
            <a:pPr>
              <a:buNone/>
            </a:pPr>
            <a:r>
              <a:t>Second-level bullet</a:t>
            </a:r>
          </a:p>
          <a:p>
            <a:pPr>
              <a:buNone/>
            </a:pPr>
            <a:r>
              <a:t>Third-level bullet</a:t>
            </a:r>
          </a:p>
          <a:p>
            <a:pPr>
              <a:buNone/>
            </a:pPr>
            <a:r>
              <a:t>Fourth-level bullet</a:t>
            </a:r>
          </a:p>
          <a:p>
            <a:pPr>
              <a:buNone/>
            </a:pPr>
            <a:r>
              <a:t>Fifth-level bullet</a:t>
            </a:r>
          </a:p>
          <a:p>
            <a:pPr>
              <a:buNone/>
            </a:pPr>
            <a:r>
              <a:t>Sixth-level bullet</a:t>
            </a:r>
          </a:p>
          <a:p>
            <a:pPr>
              <a:buNone/>
            </a:pPr>
            <a:r>
              <a:t>Seventh-level bullet</a:t>
            </a:r>
          </a:p>
        </p:txBody>
      </p:sp>
      <p:sp>
        <p:nvSpPr>
          <p:cNvPr id="9" name="Content Placeholder 2">
            <a:extLst>
              <a:ext uri="{FF2B5EF4-FFF2-40B4-BE49-F238E27FC236}">
                <a16:creationId xmlns:a16="http://schemas.microsoft.com/office/drawing/2014/main" id="{A2BFA745-32F4-4ADF-831B-6AD12340C79A}"/>
              </a:ext>
            </a:extLst>
          </p:cNvPr>
          <p:cNvSpPr>
            <a:spLocks noGrp="1"/>
          </p:cNvSpPr>
          <p:nvPr>
            <p:ph idx="12" hasCustomPrompt="1"/>
          </p:nvPr>
        </p:nvSpPr>
        <p:spPr>
          <a:xfrm>
            <a:off x="9098280" y="1764792"/>
            <a:ext cx="2505456" cy="3977640"/>
          </a:xfrm>
        </p:spPr>
        <p:txBody>
          <a:bodyPr vert="horz" lIns="0" tIns="0" rIns="0" bIns="0">
            <a:noAutofit/>
          </a:bodyPr>
          <a:lstStyle>
            <a:lvl1pPr>
              <a:lnSpc>
                <a:spcPct val="100000"/>
              </a:lnSpc>
              <a:buNone/>
              <a:defRPr sz="1800" b="1" cap="none">
                <a:solidFill>
                  <a:schemeClr val="tx2"/>
                </a:solidFill>
                <a:latin typeface="+mn-lt"/>
                <a:ea typeface="+mn-lt"/>
                <a:cs typeface="+mn-lt"/>
              </a:defRPr>
            </a:lvl1pPr>
            <a:lvl2pPr marL="0" indent="0">
              <a:buNone/>
              <a:defRPr sz="1300">
                <a:solidFill>
                  <a:schemeClr val="tx2"/>
                </a:solidFill>
              </a:defRPr>
            </a:lvl2pPr>
            <a:lvl3pPr marL="174625" indent="-174625">
              <a:spcBef>
                <a:spcPts val="1200"/>
              </a:spcBef>
              <a:buChar char="•"/>
              <a:defRPr sz="1300">
                <a:solidFill>
                  <a:schemeClr val="tx2"/>
                </a:solidFill>
              </a:defRPr>
            </a:lvl3pPr>
            <a:lvl4pPr marL="347663" indent="-173038">
              <a:buChar char="–"/>
              <a:defRPr sz="1300">
                <a:solidFill>
                  <a:schemeClr val="tx2"/>
                </a:solidFill>
              </a:defRPr>
            </a:lvl4pPr>
            <a:lvl5pPr marL="511175" indent="-163513">
              <a:buChar char="•"/>
              <a:defRPr sz="1300">
                <a:solidFill>
                  <a:schemeClr val="tx2"/>
                </a:solidFill>
              </a:defRPr>
            </a:lvl5pPr>
            <a:lvl6pPr marL="685800" indent="-174625">
              <a:buChar char="–"/>
              <a:defRPr sz="1300">
                <a:solidFill>
                  <a:schemeClr val="tx2"/>
                </a:solidFill>
              </a:defRPr>
            </a:lvl6pPr>
            <a:lvl7pPr marL="860425" indent="-173038">
              <a:buChar char="•"/>
              <a:defRPr sz="1300"/>
            </a:lvl7pPr>
            <a:lvl8pPr marL="1031875" indent="-171450">
              <a:buChar char="–"/>
              <a:defRPr sz="1300"/>
            </a:lvl8pPr>
            <a:lvl9pPr marL="1203325" indent="-171450">
              <a:buChar char="•"/>
              <a:defRPr sz="1300"/>
            </a:lvl9pPr>
          </a:lstStyle>
          <a:p>
            <a:pPr marL="0" indent="0" algn="l">
              <a:lnSpc>
                <a:spcPct val="100000"/>
              </a:lnSpc>
              <a:spcBef>
                <a:spcPts val="1800"/>
              </a:spcBef>
              <a:buNone/>
            </a:pPr>
            <a:r>
              <a:t>Click to add header</a:t>
            </a:r>
          </a:p>
          <a:p>
            <a:pPr>
              <a:buNone/>
            </a:pPr>
            <a:r>
              <a:t>Body text</a:t>
            </a:r>
          </a:p>
          <a:p>
            <a:pPr>
              <a:buNone/>
            </a:pPr>
            <a:r>
              <a:t>First-level bullet</a:t>
            </a:r>
          </a:p>
          <a:p>
            <a:pPr>
              <a:buNone/>
            </a:pPr>
            <a:r>
              <a:t>Second-level bullet</a:t>
            </a:r>
          </a:p>
          <a:p>
            <a:pPr>
              <a:buNone/>
            </a:pPr>
            <a:r>
              <a:t>Third-level bullet</a:t>
            </a:r>
          </a:p>
          <a:p>
            <a:pPr>
              <a:buNone/>
            </a:pPr>
            <a:r>
              <a:t>Fourth-level bullet</a:t>
            </a:r>
          </a:p>
          <a:p>
            <a:pPr>
              <a:buNone/>
            </a:pPr>
            <a:r>
              <a:t>Fifth-level bullet</a:t>
            </a:r>
          </a:p>
          <a:p>
            <a:pPr>
              <a:buNone/>
            </a:pPr>
            <a:r>
              <a:t>Sixth-level bullet</a:t>
            </a:r>
          </a:p>
          <a:p>
            <a:pPr>
              <a:buNone/>
            </a:pPr>
            <a:r>
              <a:t>Seventh-level bullet</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ive Content Journe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3C90A-562F-4F0B-9E68-A0C91F5FC325}"/>
              </a:ext>
            </a:extLst>
          </p:cNvPr>
          <p:cNvSpPr>
            <a:spLocks noGrp="1"/>
          </p:cNvSpPr>
          <p:nvPr>
            <p:ph type="title" hasCustomPrompt="1"/>
          </p:nvPr>
        </p:nvSpPr>
        <p:spPr>
          <a:xfrm>
            <a:off x="557784" y="530351"/>
            <a:ext cx="9665208" cy="713232"/>
          </a:xfrm>
        </p:spPr>
        <p:txBody>
          <a:bodyPr/>
          <a:lstStyle>
            <a:lvl1pPr>
              <a:buNone/>
              <a:defRPr>
                <a:solidFill>
                  <a:schemeClr val="tx2"/>
                </a:solidFill>
              </a:defRPr>
            </a:lvl1pPr>
          </a:lstStyle>
          <a:p>
            <a:r>
              <a:t>Click to add title for five-column journey layout</a:t>
            </a:r>
          </a:p>
        </p:txBody>
      </p:sp>
      <p:sp>
        <p:nvSpPr>
          <p:cNvPr id="8" name="Content Placeholder 2">
            <a:extLst>
              <a:ext uri="{FF2B5EF4-FFF2-40B4-BE49-F238E27FC236}">
                <a16:creationId xmlns:a16="http://schemas.microsoft.com/office/drawing/2014/main" id="{407D8629-DAA9-4C4C-946E-B20757B6269E}"/>
              </a:ext>
            </a:extLst>
          </p:cNvPr>
          <p:cNvSpPr>
            <a:spLocks noGrp="1"/>
          </p:cNvSpPr>
          <p:nvPr>
            <p:ph idx="1" hasCustomPrompt="1"/>
          </p:nvPr>
        </p:nvSpPr>
        <p:spPr>
          <a:xfrm>
            <a:off x="1064664" y="3475038"/>
            <a:ext cx="1673352" cy="2266006"/>
          </a:xfrm>
        </p:spPr>
        <p:txBody>
          <a:bodyPr vert="horz" lIns="0" tIns="0" rIns="0" bIns="0">
            <a:noAutofit/>
          </a:bodyPr>
          <a:lstStyle>
            <a:lvl1pPr>
              <a:lnSpc>
                <a:spcPct val="100000"/>
              </a:lnSpc>
              <a:buNone/>
              <a:defRPr sz="1800" b="1" cap="none">
                <a:solidFill>
                  <a:schemeClr val="tx2"/>
                </a:solidFill>
                <a:latin typeface="+mn-lt"/>
                <a:ea typeface="+mn-lt"/>
                <a:cs typeface="+mn-lt"/>
              </a:defRPr>
            </a:lvl1pPr>
            <a:lvl2pPr marL="0" indent="0">
              <a:buNone/>
              <a:defRPr>
                <a:solidFill>
                  <a:schemeClr val="tx2"/>
                </a:solidFill>
              </a:defRPr>
            </a:lvl2pPr>
            <a:lvl3pPr marL="174625" indent="-174625">
              <a:spcBef>
                <a:spcPts val="1200"/>
              </a:spcBef>
              <a:buChar char="•"/>
              <a:defRPr sz="1300">
                <a:solidFill>
                  <a:schemeClr val="tx2"/>
                </a:solidFill>
              </a:defRPr>
            </a:lvl3pPr>
            <a:lvl4pPr marL="347663" indent="-173038">
              <a:buChar char="–"/>
              <a:defRPr>
                <a:solidFill>
                  <a:schemeClr val="tx2"/>
                </a:solidFill>
              </a:defRPr>
            </a:lvl4pPr>
            <a:lvl5pPr marL="511175" indent="-163513">
              <a:buChar char="•"/>
              <a:defRPr>
                <a:solidFill>
                  <a:schemeClr val="tx2"/>
                </a:solidFill>
              </a:defRPr>
            </a:lvl5pPr>
            <a:lvl6pPr marL="685800" indent="-174625">
              <a:buChar char="–"/>
              <a:defRPr>
                <a:solidFill>
                  <a:schemeClr val="tx2"/>
                </a:solidFill>
              </a:defRPr>
            </a:lvl6pPr>
            <a:lvl7pPr marL="857250" indent="-174625">
              <a:buNone/>
              <a:defRPr/>
            </a:lvl7pPr>
            <a:lvl8pPr marL="1030288" indent="-173038">
              <a:buNone/>
              <a:defRPr/>
            </a:lvl8pPr>
            <a:lvl9pPr marL="1203325" indent="-173038">
              <a:buNone/>
              <a:defRPr/>
            </a:lvl9pPr>
          </a:lstStyle>
          <a:p>
            <a:pPr marL="0" indent="0" algn="l">
              <a:lnSpc>
                <a:spcPct val="100000"/>
              </a:lnSpc>
              <a:spcBef>
                <a:spcPts val="1800"/>
              </a:spcBef>
              <a:buNone/>
            </a:pPr>
            <a:r>
              <a:t>Click to add header</a:t>
            </a:r>
          </a:p>
          <a:p>
            <a:pPr>
              <a:buNone/>
            </a:pPr>
            <a:r>
              <a:t>Body text</a:t>
            </a:r>
          </a:p>
          <a:p>
            <a:pPr>
              <a:buNone/>
            </a:pPr>
            <a:r>
              <a:t>First-level bullet</a:t>
            </a:r>
          </a:p>
          <a:p>
            <a:pPr>
              <a:buNone/>
            </a:pPr>
            <a:r>
              <a:t>Second-level bullet</a:t>
            </a:r>
          </a:p>
        </p:txBody>
      </p:sp>
      <p:sp>
        <p:nvSpPr>
          <p:cNvPr id="9" name="Content Placeholder 2">
            <a:extLst>
              <a:ext uri="{FF2B5EF4-FFF2-40B4-BE49-F238E27FC236}">
                <a16:creationId xmlns:a16="http://schemas.microsoft.com/office/drawing/2014/main" id="{DBA4AD24-6EDF-4972-B3BE-6EA60D0B706E}"/>
              </a:ext>
            </a:extLst>
          </p:cNvPr>
          <p:cNvSpPr>
            <a:spLocks noGrp="1"/>
          </p:cNvSpPr>
          <p:nvPr>
            <p:ph idx="10" hasCustomPrompt="1"/>
          </p:nvPr>
        </p:nvSpPr>
        <p:spPr>
          <a:xfrm>
            <a:off x="3152826" y="3475038"/>
            <a:ext cx="1673352" cy="2266006"/>
          </a:xfrm>
        </p:spPr>
        <p:txBody>
          <a:bodyPr vert="horz" lIns="0" tIns="0" rIns="0" bIns="0">
            <a:noAutofit/>
          </a:bodyPr>
          <a:lstStyle>
            <a:lvl1pPr>
              <a:lnSpc>
                <a:spcPct val="100000"/>
              </a:lnSpc>
              <a:buNone/>
              <a:defRPr sz="1800" b="1" cap="none">
                <a:solidFill>
                  <a:schemeClr val="tx2"/>
                </a:solidFill>
                <a:latin typeface="+mn-lt"/>
                <a:ea typeface="+mn-lt"/>
                <a:cs typeface="+mn-lt"/>
              </a:defRPr>
            </a:lvl1pPr>
            <a:lvl2pPr marL="0" indent="0">
              <a:buNone/>
              <a:defRPr>
                <a:solidFill>
                  <a:schemeClr val="tx2"/>
                </a:solidFill>
              </a:defRPr>
            </a:lvl2pPr>
            <a:lvl3pPr marL="174625" indent="-174625">
              <a:spcBef>
                <a:spcPts val="1200"/>
              </a:spcBef>
              <a:buChar char="•"/>
              <a:defRPr sz="1300">
                <a:solidFill>
                  <a:schemeClr val="tx2"/>
                </a:solidFill>
              </a:defRPr>
            </a:lvl3pPr>
            <a:lvl4pPr marL="347663" indent="-173038">
              <a:buChar char="–"/>
              <a:defRPr>
                <a:solidFill>
                  <a:schemeClr val="tx2"/>
                </a:solidFill>
              </a:defRPr>
            </a:lvl4pPr>
            <a:lvl5pPr marL="511175" indent="-163513">
              <a:buChar char="•"/>
              <a:defRPr>
                <a:solidFill>
                  <a:schemeClr val="tx2"/>
                </a:solidFill>
              </a:defRPr>
            </a:lvl5pPr>
            <a:lvl6pPr marL="685800" indent="-174625">
              <a:buChar char="–"/>
              <a:defRPr>
                <a:solidFill>
                  <a:schemeClr val="tx2"/>
                </a:solidFill>
              </a:defRPr>
            </a:lvl6pPr>
            <a:lvl7pPr marL="857250" indent="-174625">
              <a:buNone/>
              <a:defRPr/>
            </a:lvl7pPr>
            <a:lvl8pPr marL="1030288" indent="-173038">
              <a:buNone/>
              <a:defRPr/>
            </a:lvl8pPr>
            <a:lvl9pPr marL="1203325" indent="-173038">
              <a:buNone/>
              <a:defRPr/>
            </a:lvl9pPr>
          </a:lstStyle>
          <a:p>
            <a:pPr marL="0" indent="0" algn="l">
              <a:lnSpc>
                <a:spcPct val="100000"/>
              </a:lnSpc>
              <a:spcBef>
                <a:spcPts val="1800"/>
              </a:spcBef>
              <a:buNone/>
            </a:pPr>
            <a:r>
              <a:t>Click to add header</a:t>
            </a:r>
          </a:p>
          <a:p>
            <a:pPr>
              <a:buNone/>
            </a:pPr>
            <a:r>
              <a:t>Body text</a:t>
            </a:r>
          </a:p>
          <a:p>
            <a:pPr>
              <a:buNone/>
            </a:pPr>
            <a:r>
              <a:t>First-level bullet</a:t>
            </a:r>
          </a:p>
          <a:p>
            <a:pPr>
              <a:buNone/>
            </a:pPr>
            <a:r>
              <a:t>Second-level bullet</a:t>
            </a:r>
          </a:p>
        </p:txBody>
      </p:sp>
      <p:sp>
        <p:nvSpPr>
          <p:cNvPr id="11" name="Content Placeholder 2">
            <a:extLst>
              <a:ext uri="{FF2B5EF4-FFF2-40B4-BE49-F238E27FC236}">
                <a16:creationId xmlns:a16="http://schemas.microsoft.com/office/drawing/2014/main" id="{ACC01A38-2B6B-4CA6-877C-23CD5301BC8B}"/>
              </a:ext>
            </a:extLst>
          </p:cNvPr>
          <p:cNvSpPr>
            <a:spLocks noGrp="1"/>
          </p:cNvSpPr>
          <p:nvPr>
            <p:ph idx="11" hasCustomPrompt="1"/>
          </p:nvPr>
        </p:nvSpPr>
        <p:spPr>
          <a:xfrm>
            <a:off x="5240988" y="3475038"/>
            <a:ext cx="1673352" cy="2266006"/>
          </a:xfrm>
        </p:spPr>
        <p:txBody>
          <a:bodyPr vert="horz" lIns="0" tIns="0" rIns="0" bIns="0">
            <a:noAutofit/>
          </a:bodyPr>
          <a:lstStyle>
            <a:lvl1pPr>
              <a:lnSpc>
                <a:spcPct val="100000"/>
              </a:lnSpc>
              <a:buNone/>
              <a:defRPr sz="1800" b="1" cap="none">
                <a:solidFill>
                  <a:schemeClr val="tx2"/>
                </a:solidFill>
                <a:latin typeface="+mn-lt"/>
                <a:ea typeface="+mn-lt"/>
                <a:cs typeface="+mn-lt"/>
              </a:defRPr>
            </a:lvl1pPr>
            <a:lvl2pPr marL="0" indent="0">
              <a:buNone/>
              <a:defRPr>
                <a:solidFill>
                  <a:schemeClr val="tx2"/>
                </a:solidFill>
              </a:defRPr>
            </a:lvl2pPr>
            <a:lvl3pPr marL="174625" indent="-174625">
              <a:spcBef>
                <a:spcPts val="1200"/>
              </a:spcBef>
              <a:buChar char="•"/>
              <a:defRPr sz="1300">
                <a:solidFill>
                  <a:schemeClr val="tx2"/>
                </a:solidFill>
              </a:defRPr>
            </a:lvl3pPr>
            <a:lvl4pPr marL="347663" indent="-173038">
              <a:buChar char="–"/>
              <a:defRPr>
                <a:solidFill>
                  <a:schemeClr val="tx2"/>
                </a:solidFill>
              </a:defRPr>
            </a:lvl4pPr>
            <a:lvl5pPr marL="511175" indent="-163513">
              <a:buChar char="•"/>
              <a:defRPr>
                <a:solidFill>
                  <a:schemeClr val="tx2"/>
                </a:solidFill>
              </a:defRPr>
            </a:lvl5pPr>
            <a:lvl6pPr marL="685800" indent="-174625">
              <a:buChar char="–"/>
              <a:defRPr>
                <a:solidFill>
                  <a:schemeClr val="tx2"/>
                </a:solidFill>
              </a:defRPr>
            </a:lvl6pPr>
            <a:lvl7pPr marL="857250" indent="-174625">
              <a:buNone/>
              <a:defRPr/>
            </a:lvl7pPr>
            <a:lvl8pPr marL="1030288" indent="-173038">
              <a:buNone/>
              <a:defRPr/>
            </a:lvl8pPr>
            <a:lvl9pPr marL="1203325" indent="-173038">
              <a:buNone/>
              <a:defRPr/>
            </a:lvl9pPr>
          </a:lstStyle>
          <a:p>
            <a:pPr marL="0" indent="0" algn="l">
              <a:lnSpc>
                <a:spcPct val="100000"/>
              </a:lnSpc>
              <a:spcBef>
                <a:spcPts val="1800"/>
              </a:spcBef>
              <a:buNone/>
            </a:pPr>
            <a:r>
              <a:t>Click to add header</a:t>
            </a:r>
          </a:p>
          <a:p>
            <a:pPr>
              <a:buNone/>
            </a:pPr>
            <a:r>
              <a:t>Body text</a:t>
            </a:r>
          </a:p>
          <a:p>
            <a:pPr>
              <a:buNone/>
            </a:pPr>
            <a:r>
              <a:t>First-level bullet</a:t>
            </a:r>
          </a:p>
          <a:p>
            <a:pPr>
              <a:buNone/>
            </a:pPr>
            <a:r>
              <a:t>Second-level bullet</a:t>
            </a:r>
          </a:p>
        </p:txBody>
      </p:sp>
      <p:sp>
        <p:nvSpPr>
          <p:cNvPr id="12" name="Content Placeholder 2">
            <a:extLst>
              <a:ext uri="{FF2B5EF4-FFF2-40B4-BE49-F238E27FC236}">
                <a16:creationId xmlns:a16="http://schemas.microsoft.com/office/drawing/2014/main" id="{94EFA767-EB65-48DE-BD6F-6F691936DD6D}"/>
              </a:ext>
            </a:extLst>
          </p:cNvPr>
          <p:cNvSpPr>
            <a:spLocks noGrp="1"/>
          </p:cNvSpPr>
          <p:nvPr>
            <p:ph idx="12" hasCustomPrompt="1"/>
          </p:nvPr>
        </p:nvSpPr>
        <p:spPr>
          <a:xfrm>
            <a:off x="7329150" y="3475038"/>
            <a:ext cx="1673352" cy="2266006"/>
          </a:xfrm>
        </p:spPr>
        <p:txBody>
          <a:bodyPr vert="horz" lIns="0" tIns="0" rIns="0" bIns="0">
            <a:noAutofit/>
          </a:bodyPr>
          <a:lstStyle>
            <a:lvl1pPr>
              <a:lnSpc>
                <a:spcPct val="100000"/>
              </a:lnSpc>
              <a:buNone/>
              <a:defRPr sz="1800" b="1" cap="none">
                <a:solidFill>
                  <a:schemeClr val="tx2"/>
                </a:solidFill>
                <a:latin typeface="+mn-lt"/>
                <a:ea typeface="+mn-lt"/>
                <a:cs typeface="+mn-lt"/>
              </a:defRPr>
            </a:lvl1pPr>
            <a:lvl2pPr marL="0" indent="0">
              <a:buNone/>
              <a:defRPr>
                <a:solidFill>
                  <a:schemeClr val="tx2"/>
                </a:solidFill>
              </a:defRPr>
            </a:lvl2pPr>
            <a:lvl3pPr marL="174625" indent="-174625">
              <a:spcBef>
                <a:spcPts val="1200"/>
              </a:spcBef>
              <a:buChar char="•"/>
              <a:defRPr sz="1300">
                <a:solidFill>
                  <a:schemeClr val="tx2"/>
                </a:solidFill>
              </a:defRPr>
            </a:lvl3pPr>
            <a:lvl4pPr marL="347663" indent="-173038">
              <a:buChar char="–"/>
              <a:defRPr>
                <a:solidFill>
                  <a:schemeClr val="tx2"/>
                </a:solidFill>
              </a:defRPr>
            </a:lvl4pPr>
            <a:lvl5pPr marL="511175" indent="-163513">
              <a:buChar char="•"/>
              <a:defRPr>
                <a:solidFill>
                  <a:schemeClr val="tx2"/>
                </a:solidFill>
              </a:defRPr>
            </a:lvl5pPr>
            <a:lvl6pPr marL="685800" indent="-174625">
              <a:buChar char="–"/>
              <a:defRPr>
                <a:solidFill>
                  <a:schemeClr val="tx2"/>
                </a:solidFill>
              </a:defRPr>
            </a:lvl6pPr>
            <a:lvl7pPr marL="857250" indent="-174625">
              <a:buNone/>
              <a:defRPr/>
            </a:lvl7pPr>
            <a:lvl8pPr marL="1030288" indent="-173038">
              <a:buNone/>
              <a:defRPr/>
            </a:lvl8pPr>
            <a:lvl9pPr marL="1203325" indent="-173038">
              <a:buNone/>
              <a:defRPr/>
            </a:lvl9pPr>
          </a:lstStyle>
          <a:p>
            <a:pPr marL="0" indent="0" algn="l">
              <a:lnSpc>
                <a:spcPct val="100000"/>
              </a:lnSpc>
              <a:spcBef>
                <a:spcPts val="1800"/>
              </a:spcBef>
              <a:buNone/>
            </a:pPr>
            <a:r>
              <a:t>Click to add header</a:t>
            </a:r>
          </a:p>
          <a:p>
            <a:pPr>
              <a:buNone/>
            </a:pPr>
            <a:r>
              <a:t>Body text</a:t>
            </a:r>
          </a:p>
          <a:p>
            <a:pPr>
              <a:buNone/>
            </a:pPr>
            <a:r>
              <a:t>First-level bullet</a:t>
            </a:r>
          </a:p>
          <a:p>
            <a:pPr>
              <a:buNone/>
            </a:pPr>
            <a:r>
              <a:t>Second-level bullet</a:t>
            </a:r>
          </a:p>
        </p:txBody>
      </p:sp>
      <p:sp>
        <p:nvSpPr>
          <p:cNvPr id="14" name="Content Placeholder 2">
            <a:extLst>
              <a:ext uri="{FF2B5EF4-FFF2-40B4-BE49-F238E27FC236}">
                <a16:creationId xmlns:a16="http://schemas.microsoft.com/office/drawing/2014/main" id="{6C3BD748-AF59-45A3-9BFF-7EE62CAD808B}"/>
              </a:ext>
            </a:extLst>
          </p:cNvPr>
          <p:cNvSpPr>
            <a:spLocks noGrp="1"/>
          </p:cNvSpPr>
          <p:nvPr>
            <p:ph idx="13" hasCustomPrompt="1"/>
          </p:nvPr>
        </p:nvSpPr>
        <p:spPr>
          <a:xfrm>
            <a:off x="9417312" y="3475038"/>
            <a:ext cx="1673352" cy="2266006"/>
          </a:xfrm>
        </p:spPr>
        <p:txBody>
          <a:bodyPr vert="horz" lIns="0" tIns="0" rIns="0" bIns="0">
            <a:noAutofit/>
          </a:bodyPr>
          <a:lstStyle>
            <a:lvl1pPr>
              <a:lnSpc>
                <a:spcPct val="100000"/>
              </a:lnSpc>
              <a:buNone/>
              <a:defRPr sz="1800" b="1" cap="none">
                <a:solidFill>
                  <a:schemeClr val="tx2"/>
                </a:solidFill>
                <a:latin typeface="+mn-lt"/>
                <a:ea typeface="+mn-lt"/>
                <a:cs typeface="+mn-lt"/>
              </a:defRPr>
            </a:lvl1pPr>
            <a:lvl2pPr marL="0" indent="0">
              <a:buNone/>
              <a:defRPr>
                <a:solidFill>
                  <a:schemeClr val="tx2"/>
                </a:solidFill>
              </a:defRPr>
            </a:lvl2pPr>
            <a:lvl3pPr marL="174625" indent="-174625">
              <a:spcBef>
                <a:spcPts val="1200"/>
              </a:spcBef>
              <a:buChar char="•"/>
              <a:defRPr sz="1300">
                <a:solidFill>
                  <a:schemeClr val="tx2"/>
                </a:solidFill>
              </a:defRPr>
            </a:lvl3pPr>
            <a:lvl4pPr marL="347663" indent="-173038">
              <a:buChar char="–"/>
              <a:defRPr>
                <a:solidFill>
                  <a:schemeClr val="tx2"/>
                </a:solidFill>
              </a:defRPr>
            </a:lvl4pPr>
            <a:lvl5pPr marL="511175" indent="-163513">
              <a:buChar char="•"/>
              <a:defRPr>
                <a:solidFill>
                  <a:schemeClr val="tx2"/>
                </a:solidFill>
              </a:defRPr>
            </a:lvl5pPr>
            <a:lvl6pPr marL="685800" indent="-174625">
              <a:buChar char="–"/>
              <a:defRPr>
                <a:solidFill>
                  <a:schemeClr val="tx2"/>
                </a:solidFill>
              </a:defRPr>
            </a:lvl6pPr>
            <a:lvl7pPr marL="857250" indent="-174625">
              <a:buNone/>
              <a:defRPr/>
            </a:lvl7pPr>
            <a:lvl8pPr marL="1030288" indent="-173038">
              <a:buNone/>
              <a:defRPr/>
            </a:lvl8pPr>
            <a:lvl9pPr marL="1203325" indent="-173038">
              <a:buNone/>
              <a:defRPr/>
            </a:lvl9pPr>
          </a:lstStyle>
          <a:p>
            <a:pPr marL="0" indent="0" algn="l">
              <a:lnSpc>
                <a:spcPct val="100000"/>
              </a:lnSpc>
              <a:spcBef>
                <a:spcPts val="1800"/>
              </a:spcBef>
              <a:buNone/>
            </a:pPr>
            <a:r>
              <a:t>Click to add header</a:t>
            </a:r>
          </a:p>
          <a:p>
            <a:pPr>
              <a:buNone/>
            </a:pPr>
            <a:r>
              <a:t>Body text</a:t>
            </a:r>
          </a:p>
          <a:p>
            <a:pPr>
              <a:buNone/>
            </a:pPr>
            <a:r>
              <a:t>First-level bullet</a:t>
            </a:r>
          </a:p>
          <a:p>
            <a:pPr>
              <a:buNone/>
            </a:pPr>
            <a:r>
              <a:t>Second-level bullet</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ull page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ABA94-7BE9-4BD5-81BF-C71A080B7A01}"/>
              </a:ext>
            </a:extLst>
          </p:cNvPr>
          <p:cNvSpPr>
            <a:spLocks noGrp="1"/>
          </p:cNvSpPr>
          <p:nvPr>
            <p:ph type="title" hasCustomPrompt="1"/>
          </p:nvPr>
        </p:nvSpPr>
        <p:spPr/>
        <p:txBody>
          <a:bodyPr/>
          <a:lstStyle>
            <a:lvl1pPr>
              <a:buNone/>
              <a:defRPr>
                <a:solidFill>
                  <a:schemeClr val="tx2"/>
                </a:solidFill>
              </a:defRPr>
            </a:lvl1pPr>
          </a:lstStyle>
          <a:p>
            <a:r>
              <a:t>Click to add title for chart layout</a:t>
            </a:r>
          </a:p>
        </p:txBody>
      </p:sp>
      <p:sp>
        <p:nvSpPr>
          <p:cNvPr id="9" name="Content Placeholder 3">
            <a:extLst>
              <a:ext uri="{FF2B5EF4-FFF2-40B4-BE49-F238E27FC236}">
                <a16:creationId xmlns:a16="http://schemas.microsoft.com/office/drawing/2014/main" id="{579139DC-E144-408E-AD8A-E4105642CD13}"/>
              </a:ext>
            </a:extLst>
          </p:cNvPr>
          <p:cNvSpPr>
            <a:spLocks noGrp="1"/>
          </p:cNvSpPr>
          <p:nvPr>
            <p:ph idx="10"/>
          </p:nvPr>
        </p:nvSpPr>
        <p:spPr>
          <a:xfrm>
            <a:off x="1569625" y="1752600"/>
            <a:ext cx="9049575" cy="2975735"/>
          </a:xfrm>
        </p:spPr>
        <p:txBody>
          <a:bodyPr/>
          <a:lstStyle>
            <a:lvl1pPr>
              <a:buNone/>
              <a:defRPr>
                <a:solidFill>
                  <a:schemeClr val="tx2"/>
                </a:solidFill>
              </a:defRPr>
            </a:lvl1pPr>
          </a:lstStyle>
          <a:p>
            <a:pPr>
              <a:buNone/>
            </a:pPr>
            <a:r>
              <a:t>Click to edit Master text styles</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hart with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3DD2B-2FC6-4DA9-B122-21C83DD2C4B0}"/>
              </a:ext>
            </a:extLst>
          </p:cNvPr>
          <p:cNvSpPr>
            <a:spLocks noGrp="1"/>
          </p:cNvSpPr>
          <p:nvPr>
            <p:ph type="title" hasCustomPrompt="1"/>
          </p:nvPr>
        </p:nvSpPr>
        <p:spPr/>
        <p:txBody>
          <a:bodyPr/>
          <a:lstStyle>
            <a:lvl1pPr>
              <a:buNone/>
              <a:defRPr>
                <a:solidFill>
                  <a:schemeClr val="tx2"/>
                </a:solidFill>
              </a:defRPr>
            </a:lvl1pPr>
          </a:lstStyle>
          <a:p>
            <a:r>
              <a:t>Click to add title for chart with text layout</a:t>
            </a:r>
          </a:p>
        </p:txBody>
      </p:sp>
      <p:sp>
        <p:nvSpPr>
          <p:cNvPr id="13" name="Content Placeholder 2">
            <a:extLst>
              <a:ext uri="{FF2B5EF4-FFF2-40B4-BE49-F238E27FC236}">
                <a16:creationId xmlns:a16="http://schemas.microsoft.com/office/drawing/2014/main" id="{A3CFD053-24BC-4DA8-804C-F27D5760FEB0}"/>
              </a:ext>
            </a:extLst>
          </p:cNvPr>
          <p:cNvSpPr>
            <a:spLocks noGrp="1"/>
          </p:cNvSpPr>
          <p:nvPr>
            <p:ph idx="1" hasCustomPrompt="1"/>
          </p:nvPr>
        </p:nvSpPr>
        <p:spPr>
          <a:xfrm>
            <a:off x="557783" y="1767531"/>
            <a:ext cx="3438144" cy="2971800"/>
          </a:xfrm>
        </p:spPr>
        <p:txBody>
          <a:bodyPr/>
          <a:lstStyle>
            <a:lvl1pPr>
              <a:lnSpc>
                <a:spcPct val="100000"/>
              </a:lnSpc>
              <a:buNone/>
              <a:defRPr sz="1800" b="1" cap="none">
                <a:solidFill>
                  <a:schemeClr val="tx2"/>
                </a:solidFill>
                <a:latin typeface="+mn-lt"/>
                <a:ea typeface="+mn-lt"/>
                <a:cs typeface="+mn-lt"/>
              </a:defRPr>
            </a:lvl1pPr>
            <a:lvl2pPr marL="0" indent="0">
              <a:buNone/>
              <a:defRPr>
                <a:solidFill>
                  <a:schemeClr val="tx2"/>
                </a:solidFill>
              </a:defRPr>
            </a:lvl2pPr>
            <a:lvl3pPr marL="177800" indent="-177800">
              <a:spcBef>
                <a:spcPts val="1200"/>
              </a:spcBef>
              <a:buChar char="•"/>
              <a:defRPr sz="1300">
                <a:solidFill>
                  <a:schemeClr val="tx2"/>
                </a:solidFill>
              </a:defRPr>
            </a:lvl3pPr>
            <a:lvl4pPr marL="342900" indent="-165100">
              <a:buChar char="–"/>
              <a:defRPr sz="1300">
                <a:solidFill>
                  <a:schemeClr val="tx2"/>
                </a:solidFill>
              </a:defRPr>
            </a:lvl4pPr>
            <a:lvl5pPr marL="515938" indent="-173038">
              <a:buChar char="•"/>
              <a:defRPr sz="1300">
                <a:solidFill>
                  <a:schemeClr val="tx2"/>
                </a:solidFill>
              </a:defRPr>
            </a:lvl5pPr>
            <a:lvl6pPr marL="687388" indent="-171450">
              <a:buChar char="–"/>
              <a:defRPr sz="1300">
                <a:solidFill>
                  <a:schemeClr val="tx2"/>
                </a:solidFill>
              </a:defRPr>
            </a:lvl6pPr>
            <a:lvl7pPr marL="860425" indent="-173038">
              <a:buChar char="•"/>
              <a:defRPr sz="1300"/>
            </a:lvl7pPr>
            <a:lvl8pPr marL="1031875" indent="-171450">
              <a:buChar char="–"/>
              <a:defRPr sz="1300"/>
            </a:lvl8pPr>
            <a:lvl9pPr marL="1203325" indent="-171450">
              <a:buChar char="•"/>
              <a:defRPr sz="1300"/>
            </a:lvl9pPr>
          </a:lstStyle>
          <a:p>
            <a:pPr marL="0" indent="0" algn="l">
              <a:lnSpc>
                <a:spcPct val="100000"/>
              </a:lnSpc>
              <a:spcBef>
                <a:spcPts val="1800"/>
              </a:spcBef>
              <a:buNone/>
            </a:pPr>
            <a:r>
              <a:t>Click to add header</a:t>
            </a:r>
          </a:p>
          <a:p>
            <a:pPr>
              <a:buNone/>
            </a:pPr>
            <a:r>
              <a:t>Body text</a:t>
            </a:r>
          </a:p>
          <a:p>
            <a:pPr>
              <a:buNone/>
            </a:pPr>
            <a:r>
              <a:t>First-level bullet</a:t>
            </a:r>
          </a:p>
          <a:p>
            <a:pPr>
              <a:buNone/>
            </a:pPr>
            <a:r>
              <a:t>Second-level bullet</a:t>
            </a:r>
          </a:p>
          <a:p>
            <a:pPr>
              <a:buNone/>
            </a:pPr>
            <a:r>
              <a:t>Third-level bullet</a:t>
            </a:r>
          </a:p>
          <a:p>
            <a:pPr>
              <a:buNone/>
            </a:pPr>
            <a:r>
              <a:t>Fourth-level bullet</a:t>
            </a:r>
          </a:p>
          <a:p>
            <a:pPr>
              <a:buNone/>
            </a:pPr>
            <a:r>
              <a:t>Fifth-level bullet</a:t>
            </a:r>
          </a:p>
          <a:p>
            <a:pPr>
              <a:buNone/>
            </a:pPr>
            <a:r>
              <a:t>Sixth-level bullet</a:t>
            </a:r>
          </a:p>
          <a:p>
            <a:pPr>
              <a:buNone/>
            </a:pPr>
            <a:r>
              <a:t>Seventh-level bullet</a:t>
            </a:r>
          </a:p>
        </p:txBody>
      </p:sp>
      <p:sp>
        <p:nvSpPr>
          <p:cNvPr id="7" name="Content Placeholder 3">
            <a:extLst>
              <a:ext uri="{FF2B5EF4-FFF2-40B4-BE49-F238E27FC236}">
                <a16:creationId xmlns:a16="http://schemas.microsoft.com/office/drawing/2014/main" id="{579139DC-E144-408E-AD8A-E4105642CD13}"/>
              </a:ext>
            </a:extLst>
          </p:cNvPr>
          <p:cNvSpPr>
            <a:spLocks noGrp="1"/>
          </p:cNvSpPr>
          <p:nvPr>
            <p:ph idx="10"/>
          </p:nvPr>
        </p:nvSpPr>
        <p:spPr>
          <a:xfrm>
            <a:off x="4446495" y="1764792"/>
            <a:ext cx="7172418" cy="2975735"/>
          </a:xfrm>
        </p:spPr>
        <p:txBody>
          <a:bodyPr>
            <a:noAutofit/>
          </a:bodyPr>
          <a:lstStyle>
            <a:lvl1pPr>
              <a:buNone/>
              <a:defRPr>
                <a:solidFill>
                  <a:schemeClr val="tx2"/>
                </a:solidFill>
              </a:defRPr>
            </a:lvl1pPr>
          </a:lstStyle>
          <a:p>
            <a:pPr>
              <a:buNone/>
            </a:pPr>
            <a:r>
              <a:t>Click to edit Master text styles</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A1A6E-0A5D-46FF-A280-7E67EEB8CBA7}"/>
              </a:ext>
            </a:extLst>
          </p:cNvPr>
          <p:cNvSpPr>
            <a:spLocks noGrp="1"/>
          </p:cNvSpPr>
          <p:nvPr>
            <p:ph type="title" hasCustomPrompt="1"/>
          </p:nvPr>
        </p:nvSpPr>
        <p:spPr>
          <a:xfrm>
            <a:off x="557784" y="530351"/>
            <a:ext cx="4882896" cy="713232"/>
          </a:xfrm>
        </p:spPr>
        <p:txBody>
          <a:bodyPr/>
          <a:lstStyle>
            <a:lvl1pPr>
              <a:buNone/>
              <a:defRPr>
                <a:solidFill>
                  <a:schemeClr val="tx2"/>
                </a:solidFill>
              </a:defRPr>
            </a:lvl1pPr>
          </a:lstStyle>
          <a:p>
            <a:r>
              <a:t>Click to add title for comparison slide</a:t>
            </a:r>
          </a:p>
        </p:txBody>
      </p:sp>
      <p:sp>
        <p:nvSpPr>
          <p:cNvPr id="15" name="Content Placeholder 3">
            <a:extLst>
              <a:ext uri="{FF2B5EF4-FFF2-40B4-BE49-F238E27FC236}">
                <a16:creationId xmlns:a16="http://schemas.microsoft.com/office/drawing/2014/main" id="{789D83FB-2324-4B27-8063-AC992C2BD729}"/>
              </a:ext>
            </a:extLst>
          </p:cNvPr>
          <p:cNvSpPr>
            <a:spLocks noGrp="1"/>
          </p:cNvSpPr>
          <p:nvPr>
            <p:ph idx="2" hasCustomPrompt="1"/>
          </p:nvPr>
        </p:nvSpPr>
        <p:spPr>
          <a:xfrm>
            <a:off x="1253148" y="3718011"/>
            <a:ext cx="3493008" cy="2023033"/>
          </a:xfrm>
          <a:prstGeom prst="rect">
            <a:avLst/>
          </a:prstGeom>
          <a:noFill/>
        </p:spPr>
        <p:txBody>
          <a:bodyPr lIns="0" tIns="0" rIns="0" bIns="0"/>
          <a:lstStyle>
            <a:lvl1pPr marL="0" indent="0" algn="ctr">
              <a:lnSpc>
                <a:spcPct val="100000"/>
              </a:lnSpc>
              <a:spcBef>
                <a:spcPts val="1200"/>
              </a:spcBef>
              <a:buNone/>
              <a:defRPr sz="1800" b="1">
                <a:solidFill>
                  <a:schemeClr val="accent2"/>
                </a:solidFill>
                <a:latin typeface="+mn-lt"/>
                <a:ea typeface="+mn-lt"/>
                <a:cs typeface="+mn-lt"/>
              </a:defRPr>
            </a:lvl1pPr>
            <a:lvl2pPr marL="0" indent="0" algn="ctr">
              <a:spcBef>
                <a:spcPts val="1200"/>
              </a:spcBef>
              <a:buNone/>
              <a:defRPr sz="1500">
                <a:solidFill>
                  <a:schemeClr val="tx2"/>
                </a:solidFill>
              </a:defRPr>
            </a:lvl2pPr>
            <a:lvl3pPr marL="404813" indent="-173038">
              <a:spcBef>
                <a:spcPts val="600"/>
              </a:spcBef>
              <a:buChar char="•"/>
              <a:defRPr sz="1600">
                <a:solidFill>
                  <a:schemeClr val="tx2"/>
                </a:solidFill>
              </a:defRPr>
            </a:lvl3pPr>
            <a:lvl4pPr marL="631825" indent="-174625">
              <a:spcBef>
                <a:spcPts val="600"/>
              </a:spcBef>
              <a:buChar char="•"/>
              <a:defRPr sz="1600">
                <a:solidFill>
                  <a:schemeClr val="tx2"/>
                </a:solidFill>
              </a:defRPr>
            </a:lvl4pPr>
            <a:lvl5pPr marL="804863" indent="-173038">
              <a:spcBef>
                <a:spcPts val="600"/>
              </a:spcBef>
              <a:buChar char="–"/>
              <a:defRPr sz="1600">
                <a:solidFill>
                  <a:schemeClr val="tx2"/>
                </a:solidFill>
              </a:defRPr>
            </a:lvl5pPr>
            <a:lvl6pPr marL="977900" indent="-177800">
              <a:buNone/>
              <a:defRPr sz="1600"/>
            </a:lvl6pPr>
            <a:lvl7pPr marL="1143000" indent="-165100">
              <a:buNone/>
              <a:defRPr sz="1600"/>
            </a:lvl7pPr>
            <a:lvl8pPr marL="1320800" indent="-177800">
              <a:buNone/>
              <a:defRPr sz="1600"/>
            </a:lvl8pPr>
            <a:lvl9pPr>
              <a:buNone/>
              <a:defRPr sz="1600"/>
            </a:lvl9pPr>
          </a:lstStyle>
          <a:p>
            <a:pPr>
              <a:buNone/>
            </a:pPr>
            <a:r>
              <a:t>Header</a:t>
            </a:r>
          </a:p>
          <a:p>
            <a:pPr>
              <a:buNone/>
            </a:pPr>
            <a:r>
              <a:t>First-level</a:t>
            </a:r>
          </a:p>
        </p:txBody>
      </p:sp>
      <p:sp>
        <p:nvSpPr>
          <p:cNvPr id="11" name="Rectangle 10">
            <a:extLst>
              <a:ext uri="{FF2B5EF4-FFF2-40B4-BE49-F238E27FC236}">
                <a16:creationId xmlns:a16="http://schemas.microsoft.com/office/drawing/2014/main" id="{65139F72-CEC0-495F-8477-192D60A880E2}"/>
              </a:ext>
            </a:extLst>
          </p:cNvPr>
          <p:cNvSpPr>
            <a:spLocks noGrp="1"/>
          </p:cNvSpPr>
          <p:nvPr/>
        </p:nvSpPr>
        <p:spPr>
          <a:xfrm>
            <a:off x="6094412" y="0"/>
            <a:ext cx="6094413" cy="6858000"/>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6" name="Content Placeholder 5">
            <a:extLst>
              <a:ext uri="{FF2B5EF4-FFF2-40B4-BE49-F238E27FC236}">
                <a16:creationId xmlns:a16="http://schemas.microsoft.com/office/drawing/2014/main" id="{212E555F-1D0A-4D42-A2F5-5D744261243C}"/>
              </a:ext>
            </a:extLst>
          </p:cNvPr>
          <p:cNvSpPr>
            <a:spLocks noGrp="1"/>
          </p:cNvSpPr>
          <p:nvPr>
            <p:ph idx="4" hasCustomPrompt="1"/>
          </p:nvPr>
        </p:nvSpPr>
        <p:spPr>
          <a:xfrm>
            <a:off x="7378375" y="3718011"/>
            <a:ext cx="3493008" cy="2023033"/>
          </a:xfrm>
          <a:prstGeom prst="rect">
            <a:avLst/>
          </a:prstGeom>
          <a:noFill/>
        </p:spPr>
        <p:txBody>
          <a:bodyPr lIns="0" tIns="0" rIns="0" bIns="0"/>
          <a:lstStyle>
            <a:lvl1pPr marL="0" indent="0" algn="ctr">
              <a:lnSpc>
                <a:spcPct val="100000"/>
              </a:lnSpc>
              <a:spcBef>
                <a:spcPts val="1200"/>
              </a:spcBef>
              <a:buNone/>
              <a:defRPr sz="1800" b="1">
                <a:solidFill>
                  <a:schemeClr val="accent2"/>
                </a:solidFill>
                <a:latin typeface="+mn-lt"/>
                <a:ea typeface="+mn-lt"/>
                <a:cs typeface="+mn-lt"/>
              </a:defRPr>
            </a:lvl1pPr>
            <a:lvl2pPr marL="0" indent="0" algn="ctr">
              <a:spcBef>
                <a:spcPts val="1200"/>
              </a:spcBef>
              <a:buNone/>
              <a:defRPr sz="1500">
                <a:solidFill>
                  <a:schemeClr val="tx2"/>
                </a:solidFill>
              </a:defRPr>
            </a:lvl2pPr>
            <a:lvl3pPr marL="231775" indent="0">
              <a:spcBef>
                <a:spcPts val="600"/>
              </a:spcBef>
              <a:buNone/>
              <a:defRPr sz="1600">
                <a:solidFill>
                  <a:schemeClr val="bg1"/>
                </a:solidFill>
              </a:defRPr>
            </a:lvl3pPr>
            <a:lvl4pPr marL="631825" indent="-174625">
              <a:spcBef>
                <a:spcPts val="600"/>
              </a:spcBef>
              <a:buChar char="•"/>
              <a:defRPr sz="1600">
                <a:solidFill>
                  <a:schemeClr val="bg1"/>
                </a:solidFill>
              </a:defRPr>
            </a:lvl4pPr>
            <a:lvl5pPr marL="804863" indent="-173038">
              <a:spcBef>
                <a:spcPts val="600"/>
              </a:spcBef>
              <a:buChar char="–"/>
              <a:defRPr sz="1600">
                <a:solidFill>
                  <a:schemeClr val="bg1"/>
                </a:solidFill>
              </a:defRPr>
            </a:lvl5pPr>
            <a:lvl6pPr>
              <a:spcBef>
                <a:spcPts val="600"/>
              </a:spcBef>
              <a:buNone/>
              <a:defRPr sz="1600">
                <a:solidFill>
                  <a:schemeClr val="bg1"/>
                </a:solidFill>
              </a:defRPr>
            </a:lvl6pPr>
            <a:lvl7pPr>
              <a:spcBef>
                <a:spcPts val="600"/>
              </a:spcBef>
              <a:buNone/>
              <a:defRPr sz="1600">
                <a:solidFill>
                  <a:schemeClr val="bg1"/>
                </a:solidFill>
              </a:defRPr>
            </a:lvl7pPr>
            <a:lvl8pPr>
              <a:spcBef>
                <a:spcPts val="600"/>
              </a:spcBef>
              <a:buNone/>
              <a:defRPr sz="1600">
                <a:solidFill>
                  <a:schemeClr val="bg1"/>
                </a:solidFill>
              </a:defRPr>
            </a:lvl8pPr>
            <a:lvl9pPr>
              <a:buNone/>
              <a:defRPr sz="1600"/>
            </a:lvl9pPr>
          </a:lstStyle>
          <a:p>
            <a:pPr>
              <a:buNone/>
            </a:pPr>
            <a:r>
              <a:t>Header</a:t>
            </a:r>
          </a:p>
          <a:p>
            <a:pPr>
              <a:buNone/>
            </a:pPr>
            <a:r>
              <a:t>First-level</a:t>
            </a:r>
          </a:p>
        </p:txBody>
      </p:sp>
      <p:pic>
        <p:nvPicPr>
          <p:cNvPr id="18" name="Graphic 6"/>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51008" y="6373368"/>
            <a:ext cx="1273813" cy="155448"/>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One panel">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9F4177E-CDDD-476F-9590-4FA690787A3F}"/>
              </a:ext>
            </a:extLst>
          </p:cNvPr>
          <p:cNvSpPr>
            <a:spLocks noGrp="1"/>
          </p:cNvSpPr>
          <p:nvPr/>
        </p:nvSpPr>
        <p:spPr>
          <a:xfrm>
            <a:off x="0" y="0"/>
            <a:ext cx="4057094" cy="6858000"/>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 name="Title 1">
            <a:extLst>
              <a:ext uri="{FF2B5EF4-FFF2-40B4-BE49-F238E27FC236}">
                <a16:creationId xmlns:a16="http://schemas.microsoft.com/office/drawing/2014/main" id="{7C794590-BFF7-4D91-A4D6-07347CD385E0}"/>
              </a:ext>
            </a:extLst>
          </p:cNvPr>
          <p:cNvSpPr>
            <a:spLocks noGrp="1"/>
          </p:cNvSpPr>
          <p:nvPr>
            <p:ph type="title" hasCustomPrompt="1"/>
          </p:nvPr>
        </p:nvSpPr>
        <p:spPr>
          <a:xfrm>
            <a:off x="579556" y="0"/>
            <a:ext cx="2958302" cy="6425581"/>
          </a:xfrm>
        </p:spPr>
        <p:txBody>
          <a:bodyPr anchor="ctr"/>
          <a:lstStyle>
            <a:lvl1pPr>
              <a:buNone/>
              <a:defRPr>
                <a:solidFill>
                  <a:schemeClr val="tx2"/>
                </a:solidFill>
              </a:defRPr>
            </a:lvl1pPr>
          </a:lstStyle>
          <a:p>
            <a:r>
              <a:t>Click to add title </a:t>
            </a:r>
            <a:br/>
            <a:r>
              <a:t>here for one panel comparison slide</a:t>
            </a:r>
          </a:p>
        </p:txBody>
      </p:sp>
      <p:sp>
        <p:nvSpPr>
          <p:cNvPr id="7" name="Content Placeholder 3">
            <a:extLst>
              <a:ext uri="{FF2B5EF4-FFF2-40B4-BE49-F238E27FC236}">
                <a16:creationId xmlns:a16="http://schemas.microsoft.com/office/drawing/2014/main" id="{39BBBC8D-0164-48BE-8C39-97B2E9C688A7}"/>
              </a:ext>
            </a:extLst>
          </p:cNvPr>
          <p:cNvSpPr>
            <a:spLocks noGrp="1"/>
          </p:cNvSpPr>
          <p:nvPr>
            <p:ph idx="2" hasCustomPrompt="1"/>
          </p:nvPr>
        </p:nvSpPr>
        <p:spPr>
          <a:xfrm>
            <a:off x="4906236" y="2971852"/>
            <a:ext cx="2368296" cy="2592183"/>
          </a:xfrm>
        </p:spPr>
        <p:txBody>
          <a:bodyPr vert="horz" lIns="0" tIns="0" rIns="0" bIns="0">
            <a:noAutofit/>
          </a:bodyPr>
          <a:lstStyle>
            <a:lvl1pPr algn="ctr">
              <a:lnSpc>
                <a:spcPct val="100000"/>
              </a:lnSpc>
              <a:buNone/>
              <a:defRPr sz="1800" b="1" cap="none">
                <a:solidFill>
                  <a:schemeClr val="accent2"/>
                </a:solidFill>
                <a:latin typeface="+mn-lt"/>
                <a:ea typeface="+mn-lt"/>
                <a:cs typeface="+mn-lt"/>
              </a:defRPr>
            </a:lvl1pPr>
            <a:lvl2pPr marL="0" indent="0" algn="ctr">
              <a:spcBef>
                <a:spcPts val="1800"/>
              </a:spcBef>
              <a:buNone/>
              <a:defRPr sz="1500">
                <a:solidFill>
                  <a:schemeClr val="tx2"/>
                </a:solidFill>
              </a:defRPr>
            </a:lvl2pPr>
            <a:lvl3pPr marL="171450" indent="0">
              <a:buNone/>
              <a:defRPr sz="1600">
                <a:solidFill>
                  <a:schemeClr val="tx2"/>
                </a:solidFill>
              </a:defRPr>
            </a:lvl3pPr>
            <a:lvl4pPr>
              <a:buNone/>
              <a:defRPr sz="1600">
                <a:solidFill>
                  <a:schemeClr val="tx2"/>
                </a:solidFill>
              </a:defRPr>
            </a:lvl4pPr>
            <a:lvl5pPr>
              <a:buNone/>
              <a:defRPr sz="1600">
                <a:solidFill>
                  <a:schemeClr val="tx2"/>
                </a:solidFill>
              </a:defRPr>
            </a:lvl5pPr>
            <a:lvl6pPr>
              <a:buNone/>
              <a:defRPr sz="1600">
                <a:solidFill>
                  <a:schemeClr val="tx2"/>
                </a:solidFill>
              </a:defRPr>
            </a:lvl6pPr>
            <a:lvl7pPr>
              <a:buNone/>
              <a:defRPr sz="1600">
                <a:solidFill>
                  <a:schemeClr val="tx2"/>
                </a:solidFill>
              </a:defRPr>
            </a:lvl7pPr>
            <a:lvl8pPr>
              <a:buNone/>
              <a:defRPr sz="1600">
                <a:solidFill>
                  <a:schemeClr val="tx2"/>
                </a:solidFill>
              </a:defRPr>
            </a:lvl8pPr>
            <a:lvl9pPr>
              <a:buNone/>
              <a:defRPr sz="1600">
                <a:solidFill>
                  <a:schemeClr val="tx2"/>
                </a:solidFill>
              </a:defRPr>
            </a:lvl9pPr>
          </a:lstStyle>
          <a:p>
            <a:pPr marL="0" indent="0" algn="ctr">
              <a:lnSpc>
                <a:spcPct val="100000"/>
              </a:lnSpc>
              <a:spcBef>
                <a:spcPts val="1800"/>
              </a:spcBef>
              <a:buNone/>
            </a:pPr>
            <a:r>
              <a:t>Header</a:t>
            </a:r>
          </a:p>
          <a:p>
            <a:pPr>
              <a:buNone/>
            </a:pPr>
            <a:r>
              <a:t>First-level</a:t>
            </a:r>
          </a:p>
        </p:txBody>
      </p:sp>
      <p:sp>
        <p:nvSpPr>
          <p:cNvPr id="8" name="Content Placeholder 3">
            <a:extLst>
              <a:ext uri="{FF2B5EF4-FFF2-40B4-BE49-F238E27FC236}">
                <a16:creationId xmlns:a16="http://schemas.microsoft.com/office/drawing/2014/main" id="{E1CA36B9-1028-43DB-A308-5411C7D185BC}"/>
              </a:ext>
            </a:extLst>
          </p:cNvPr>
          <p:cNvSpPr>
            <a:spLocks noGrp="1"/>
          </p:cNvSpPr>
          <p:nvPr>
            <p:ph idx="18" hasCustomPrompt="1"/>
          </p:nvPr>
        </p:nvSpPr>
        <p:spPr>
          <a:xfrm>
            <a:off x="8969729" y="2971852"/>
            <a:ext cx="2368296" cy="2592183"/>
          </a:xfrm>
        </p:spPr>
        <p:txBody>
          <a:bodyPr vert="horz" lIns="0" tIns="0" rIns="0" bIns="0">
            <a:noAutofit/>
          </a:bodyPr>
          <a:lstStyle>
            <a:lvl1pPr algn="ctr">
              <a:lnSpc>
                <a:spcPct val="100000"/>
              </a:lnSpc>
              <a:buNone/>
              <a:defRPr sz="1800" b="1" cap="none">
                <a:solidFill>
                  <a:schemeClr val="accent2"/>
                </a:solidFill>
                <a:latin typeface="+mn-lt"/>
                <a:ea typeface="+mn-lt"/>
                <a:cs typeface="+mn-lt"/>
              </a:defRPr>
            </a:lvl1pPr>
            <a:lvl2pPr marL="0" indent="0" algn="ctr">
              <a:spcBef>
                <a:spcPts val="1800"/>
              </a:spcBef>
              <a:buNone/>
              <a:defRPr sz="1500">
                <a:solidFill>
                  <a:schemeClr val="tx2"/>
                </a:solidFill>
              </a:defRPr>
            </a:lvl2pPr>
            <a:lvl3pPr marL="171450" indent="0">
              <a:buNone/>
              <a:defRPr sz="1600">
                <a:solidFill>
                  <a:schemeClr val="bg1"/>
                </a:solidFill>
              </a:defRPr>
            </a:lvl3pPr>
            <a:lvl4pPr>
              <a:buNone/>
              <a:defRPr sz="1600">
                <a:solidFill>
                  <a:schemeClr val="bg1"/>
                </a:solidFill>
              </a:defRPr>
            </a:lvl4pPr>
            <a:lvl5pPr>
              <a:buNone/>
              <a:defRPr sz="1600">
                <a:solidFill>
                  <a:schemeClr val="bg1"/>
                </a:solidFill>
              </a:defRPr>
            </a:lvl5pPr>
            <a:lvl6pPr>
              <a:buNone/>
              <a:defRPr sz="1600">
                <a:solidFill>
                  <a:schemeClr val="bg1"/>
                </a:solidFill>
              </a:defRPr>
            </a:lvl6pPr>
            <a:lvl7pPr>
              <a:buNone/>
              <a:defRPr sz="1600">
                <a:solidFill>
                  <a:schemeClr val="bg1"/>
                </a:solidFill>
              </a:defRPr>
            </a:lvl7pPr>
            <a:lvl8pPr>
              <a:buNone/>
              <a:defRPr sz="1600">
                <a:solidFill>
                  <a:schemeClr val="bg1"/>
                </a:solidFill>
              </a:defRPr>
            </a:lvl8pPr>
            <a:lvl9pPr>
              <a:buNone/>
              <a:defRPr sz="1600">
                <a:solidFill>
                  <a:schemeClr val="bg1"/>
                </a:solidFill>
              </a:defRPr>
            </a:lvl9pPr>
          </a:lstStyle>
          <a:p>
            <a:pPr>
              <a:buNone/>
            </a:pPr>
            <a:r>
              <a:t>Header</a:t>
            </a:r>
          </a:p>
          <a:p>
            <a:pPr>
              <a:buNone/>
            </a:pPr>
            <a:r>
              <a:t>First-level</a:t>
            </a:r>
          </a:p>
        </p:txBody>
      </p:sp>
      <p:sp>
        <p:nvSpPr>
          <p:cNvPr id="11" name="Content Placeholder 8">
            <a:extLst>
              <a:ext uri="{FF2B5EF4-FFF2-40B4-BE49-F238E27FC236}">
                <a16:creationId xmlns:a16="http://schemas.microsoft.com/office/drawing/2014/main" id="{668665DB-9D44-4B88-9F03-E82A2FF5D152}"/>
              </a:ext>
            </a:extLst>
          </p:cNvPr>
          <p:cNvSpPr>
            <a:spLocks noGrp="1"/>
          </p:cNvSpPr>
          <p:nvPr/>
        </p:nvSpPr>
        <p:spPr>
          <a:xfrm>
            <a:off x="557784" y="6367487"/>
            <a:ext cx="352367" cy="228600"/>
          </a:xfrm>
          <a:prstGeom prst="rect">
            <a:avLst/>
          </a:prstGeom>
        </p:spPr>
        <p:txBody>
          <a:bodyPr lIns="0" rIns="0" anchor="ctr"/>
          <a:lstStyle>
            <a:lvl1pPr marL="0" indent="0" algn="l">
              <a:spcBef>
                <a:spcPts val="600"/>
              </a:spcBef>
              <a:spcAft>
                <a:spcPts val="0"/>
              </a:spcAft>
              <a:buNone/>
              <a:defRPr sz="800" b="0" i="0">
                <a:solidFill>
                  <a:schemeClr val="tx2"/>
                </a:solidFill>
                <a:latin typeface="Open Sans"/>
                <a:ea typeface="Open Sans"/>
                <a:cs typeface="Open Sans"/>
              </a:defRPr>
            </a:lvl1pPr>
            <a:lvl2pPr marL="200025" indent="-200025" algn="l">
              <a:spcBef>
                <a:spcPts val="600"/>
              </a:spcBef>
              <a:spcAft>
                <a:spcPts val="0"/>
              </a:spcAft>
              <a:buChar char="•"/>
              <a:defRPr sz="1600" b="0" i="0">
                <a:solidFill>
                  <a:schemeClr val="tx2"/>
                </a:solidFill>
                <a:latin typeface="Open Sans Light"/>
                <a:ea typeface="Open Sans Light"/>
                <a:cs typeface="Open Sans Light"/>
              </a:defRPr>
            </a:lvl2pPr>
            <a:lvl3pPr marL="398463" indent="-200025" algn="l">
              <a:spcBef>
                <a:spcPts val="600"/>
              </a:spcBef>
              <a:spcAft>
                <a:spcPts val="0"/>
              </a:spcAft>
              <a:buChar char="−"/>
              <a:defRPr sz="1600" b="0" i="0">
                <a:solidFill>
                  <a:schemeClr val="tx2"/>
                </a:solidFill>
                <a:latin typeface="Open Sans Light"/>
                <a:ea typeface="Open Sans Light"/>
                <a:cs typeface="Open Sans Light"/>
              </a:defRPr>
            </a:lvl3pPr>
            <a:lvl4pPr marL="622300" indent="-200025" algn="l">
              <a:spcBef>
                <a:spcPts val="600"/>
              </a:spcBef>
              <a:spcAft>
                <a:spcPts val="0"/>
              </a:spcAft>
              <a:buChar char="•"/>
              <a:defRPr sz="1600" b="0" i="0">
                <a:solidFill>
                  <a:schemeClr val="tx2"/>
                </a:solidFill>
                <a:latin typeface="Open Sans Light"/>
                <a:ea typeface="Open Sans Light"/>
                <a:cs typeface="Open Sans Light"/>
              </a:defRPr>
            </a:lvl4pPr>
            <a:lvl5pPr marL="806450" indent="-182563" algn="l">
              <a:spcBef>
                <a:spcPts val="600"/>
              </a:spcBef>
              <a:spcAft>
                <a:spcPts val="0"/>
              </a:spcAft>
              <a:buChar char="−"/>
              <a:defRPr sz="1600" b="0" i="0">
                <a:solidFill>
                  <a:schemeClr val="tx2"/>
                </a:solidFill>
                <a:latin typeface="Open Sans Light"/>
                <a:ea typeface="Open Sans Light"/>
                <a:cs typeface="Open Sans Light"/>
              </a:defRPr>
            </a:lvl5pPr>
            <a:lvl6pPr marL="2514600" indent="-228600" algn="l">
              <a:buChar char="•"/>
              <a:defRPr sz="2000">
                <a:solidFill>
                  <a:schemeClr val="tx1"/>
                </a:solidFill>
                <a:latin typeface="+mn-lt"/>
                <a:ea typeface="+mn-lt"/>
                <a:cs typeface="+mn-lt"/>
              </a:defRPr>
            </a:lvl6pPr>
            <a:lvl7pPr marL="2971800" indent="-228600" algn="l">
              <a:buChar char="•"/>
              <a:defRPr sz="2000">
                <a:solidFill>
                  <a:schemeClr val="tx1"/>
                </a:solidFill>
                <a:latin typeface="+mn-lt"/>
                <a:ea typeface="+mn-lt"/>
                <a:cs typeface="+mn-lt"/>
              </a:defRPr>
            </a:lvl7pPr>
            <a:lvl8pPr marL="3429000" indent="-228600" algn="l">
              <a:buChar char="•"/>
              <a:defRPr sz="2000">
                <a:solidFill>
                  <a:schemeClr val="tx1"/>
                </a:solidFill>
                <a:latin typeface="+mn-lt"/>
                <a:ea typeface="+mn-lt"/>
                <a:cs typeface="+mn-lt"/>
              </a:defRPr>
            </a:lvl8pPr>
            <a:lvl9pPr marL="3886200" indent="-228600" algn="l">
              <a:buChar char="•"/>
              <a:defRPr sz="2000">
                <a:solidFill>
                  <a:schemeClr val="tx1"/>
                </a:solidFill>
                <a:latin typeface="+mn-lt"/>
                <a:ea typeface="+mn-lt"/>
                <a:cs typeface="+mn-lt"/>
              </a:defRPr>
            </a:lvl9pPr>
          </a:lstStyle>
          <a:p>
            <a:pPr algn="l">
              <a:buNone/>
            </a:pPr>
            <a:fld id="{38743595-4496-5147-A886-7D133864DF76}" type="slidenum">
              <a:rPr sz="1000" b="0">
                <a:solidFill>
                  <a:schemeClr val="tx2"/>
                </a:solidFill>
                <a:latin typeface="CVS Health Sans Medium"/>
                <a:ea typeface="CVS Health Sans Medium"/>
                <a:cs typeface="CVS Health Sans Medium"/>
              </a:rPr>
              <a:t>‹#›</a:t>
            </a:fld>
            <a:endParaRPr sz="1000" b="0">
              <a:solidFill>
                <a:schemeClr val="tx2"/>
              </a:solidFill>
              <a:latin typeface="CVS Health Sans Medium"/>
              <a:ea typeface="CVS Health Sans Medium"/>
              <a:cs typeface="CVS Health Sans Medium"/>
            </a:endParaRPr>
          </a:p>
        </p:txBody>
      </p:sp>
      <p:sp>
        <p:nvSpPr>
          <p:cNvPr id="9" name="TextBox 8">
            <a:extLst>
              <a:ext uri="{FF2B5EF4-FFF2-40B4-BE49-F238E27FC236}">
                <a16:creationId xmlns:a16="http://schemas.microsoft.com/office/drawing/2014/main" id="{4EFE9336-BB34-4CCC-8274-05D8119178BD}"/>
              </a:ext>
            </a:extLst>
          </p:cNvPr>
          <p:cNvSpPr>
            <a:spLocks noGrp="1"/>
          </p:cNvSpPr>
          <p:nvPr/>
        </p:nvSpPr>
        <p:spPr>
          <a:xfrm>
            <a:off x="859534" y="6425581"/>
            <a:ext cx="8046720" cy="123111"/>
          </a:xfrm>
          <a:prstGeom prst="rect">
            <a:avLst/>
          </a:prstGeom>
          <a:noFill/>
        </p:spPr>
        <p:txBody>
          <a:bodyPr wrap="square" lIns="0" tIns="0" rIns="0" bIns="0" anchor="b">
            <a:spAutoFit/>
          </a:bodyPr>
          <a:lstStyle/>
          <a:p>
            <a:r>
              <a:rPr sz="800">
                <a:solidFill>
                  <a:schemeClr val="tx2"/>
                </a:solidFill>
                <a:latin typeface="+mn-lt"/>
                <a:ea typeface="+mn-lt"/>
                <a:cs typeface="+mn-lt"/>
              </a:rPr>
              <a:t>©2026 CVS Health and/or one of its affiliates. Confidential and proprietary.</a:t>
            </a:r>
          </a:p>
        </p:txBody>
      </p:sp>
      <p:pic>
        <p:nvPicPr>
          <p:cNvPr id="13" name="Graphic 9"/>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51008" y="6373368"/>
            <a:ext cx="1273813" cy="155448"/>
          </a:xfrm>
          <a:prstGeom prst="rect">
            <a:avLst/>
          </a:prstGeom>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hree points">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CFACB8A6-3813-48D2-B8CE-038DD1E42B32}"/>
              </a:ext>
            </a:extLst>
          </p:cNvPr>
          <p:cNvSpPr>
            <a:spLocks noGrp="1"/>
          </p:cNvSpPr>
          <p:nvPr/>
        </p:nvSpPr>
        <p:spPr>
          <a:xfrm>
            <a:off x="0" y="6241774"/>
            <a:ext cx="5585791" cy="6162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3" name="Rectangle 22">
            <a:extLst>
              <a:ext uri="{FF2B5EF4-FFF2-40B4-BE49-F238E27FC236}">
                <a16:creationId xmlns:a16="http://schemas.microsoft.com/office/drawing/2014/main" id="{B5FE79D5-35B2-49F2-B15D-DA1A165F3786}"/>
              </a:ext>
            </a:extLst>
          </p:cNvPr>
          <p:cNvSpPr>
            <a:spLocks noGrp="1"/>
          </p:cNvSpPr>
          <p:nvPr/>
        </p:nvSpPr>
        <p:spPr>
          <a:xfrm>
            <a:off x="4061837" y="0"/>
            <a:ext cx="4057094" cy="6858000"/>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2" name="Rectangle 21">
            <a:extLst>
              <a:ext uri="{FF2B5EF4-FFF2-40B4-BE49-F238E27FC236}">
                <a16:creationId xmlns:a16="http://schemas.microsoft.com/office/drawing/2014/main" id="{D8E8E372-A3D9-43BC-A3BE-4011C8DA5B98}"/>
              </a:ext>
            </a:extLst>
          </p:cNvPr>
          <p:cNvSpPr>
            <a:spLocks noGrp="1"/>
          </p:cNvSpPr>
          <p:nvPr/>
        </p:nvSpPr>
        <p:spPr>
          <a:xfrm>
            <a:off x="8118931" y="0"/>
            <a:ext cx="4069893"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5" name="Title 1">
            <a:extLst>
              <a:ext uri="{FF2B5EF4-FFF2-40B4-BE49-F238E27FC236}">
                <a16:creationId xmlns:a16="http://schemas.microsoft.com/office/drawing/2014/main" id="{430E9904-95CA-4355-B234-1DDA8EC1512E}"/>
              </a:ext>
            </a:extLst>
          </p:cNvPr>
          <p:cNvSpPr>
            <a:spLocks noGrp="1"/>
          </p:cNvSpPr>
          <p:nvPr>
            <p:ph type="title" hasCustomPrompt="1"/>
          </p:nvPr>
        </p:nvSpPr>
        <p:spPr>
          <a:xfrm>
            <a:off x="579556" y="0"/>
            <a:ext cx="2958302" cy="6425581"/>
          </a:xfrm>
        </p:spPr>
        <p:txBody>
          <a:bodyPr anchor="ctr"/>
          <a:lstStyle>
            <a:lvl1pPr>
              <a:buNone/>
              <a:defRPr>
                <a:solidFill>
                  <a:schemeClr val="tx2"/>
                </a:solidFill>
              </a:defRPr>
            </a:lvl1pPr>
          </a:lstStyle>
          <a:p>
            <a:r>
              <a:t>Click to add title here for two panel comparison slide</a:t>
            </a:r>
          </a:p>
        </p:txBody>
      </p:sp>
      <p:sp>
        <p:nvSpPr>
          <p:cNvPr id="21" name="Content Placeholder 3">
            <a:extLst>
              <a:ext uri="{FF2B5EF4-FFF2-40B4-BE49-F238E27FC236}">
                <a16:creationId xmlns:a16="http://schemas.microsoft.com/office/drawing/2014/main" id="{3E63A43E-9184-464B-AD62-08609C3C2EFC}"/>
              </a:ext>
            </a:extLst>
          </p:cNvPr>
          <p:cNvSpPr>
            <a:spLocks noGrp="1"/>
          </p:cNvSpPr>
          <p:nvPr>
            <p:ph idx="2" hasCustomPrompt="1"/>
          </p:nvPr>
        </p:nvSpPr>
        <p:spPr>
          <a:xfrm>
            <a:off x="4906236" y="2971852"/>
            <a:ext cx="2368296" cy="2592183"/>
          </a:xfrm>
        </p:spPr>
        <p:txBody>
          <a:bodyPr vert="horz" lIns="0" tIns="0" rIns="0" bIns="0">
            <a:noAutofit/>
          </a:bodyPr>
          <a:lstStyle>
            <a:lvl1pPr algn="ctr">
              <a:lnSpc>
                <a:spcPct val="100000"/>
              </a:lnSpc>
              <a:buNone/>
              <a:defRPr sz="1800" b="1" cap="none">
                <a:solidFill>
                  <a:schemeClr val="tx2"/>
                </a:solidFill>
                <a:latin typeface="+mn-lt"/>
                <a:ea typeface="+mn-lt"/>
                <a:cs typeface="+mn-lt"/>
              </a:defRPr>
            </a:lvl1pPr>
            <a:lvl2pPr marL="0" indent="0" algn="ctr">
              <a:spcBef>
                <a:spcPts val="1800"/>
              </a:spcBef>
              <a:buNone/>
              <a:defRPr sz="1500">
                <a:solidFill>
                  <a:schemeClr val="tx2"/>
                </a:solidFill>
              </a:defRPr>
            </a:lvl2pPr>
            <a:lvl3pPr marL="171450" indent="0">
              <a:buNone/>
              <a:defRPr sz="1600">
                <a:solidFill>
                  <a:schemeClr val="tx2"/>
                </a:solidFill>
              </a:defRPr>
            </a:lvl3pPr>
            <a:lvl4pPr>
              <a:buNone/>
              <a:defRPr sz="1600">
                <a:solidFill>
                  <a:schemeClr val="tx2"/>
                </a:solidFill>
              </a:defRPr>
            </a:lvl4pPr>
            <a:lvl5pPr>
              <a:buNone/>
              <a:defRPr sz="1600">
                <a:solidFill>
                  <a:schemeClr val="tx2"/>
                </a:solidFill>
              </a:defRPr>
            </a:lvl5pPr>
            <a:lvl6pPr>
              <a:buNone/>
              <a:defRPr sz="1600">
                <a:solidFill>
                  <a:schemeClr val="tx2"/>
                </a:solidFill>
              </a:defRPr>
            </a:lvl6pPr>
            <a:lvl7pPr>
              <a:buNone/>
              <a:defRPr sz="1600">
                <a:solidFill>
                  <a:schemeClr val="tx2"/>
                </a:solidFill>
              </a:defRPr>
            </a:lvl7pPr>
            <a:lvl8pPr>
              <a:buNone/>
              <a:defRPr sz="1600">
                <a:solidFill>
                  <a:schemeClr val="tx2"/>
                </a:solidFill>
              </a:defRPr>
            </a:lvl8pPr>
            <a:lvl9pPr>
              <a:buNone/>
              <a:defRPr sz="1600">
                <a:solidFill>
                  <a:schemeClr val="tx2"/>
                </a:solidFill>
              </a:defRPr>
            </a:lvl9pPr>
          </a:lstStyle>
          <a:p>
            <a:pPr marL="0" indent="0" algn="ctr">
              <a:lnSpc>
                <a:spcPct val="100000"/>
              </a:lnSpc>
              <a:spcBef>
                <a:spcPts val="1800"/>
              </a:spcBef>
              <a:buNone/>
            </a:pPr>
            <a:r>
              <a:t>Header</a:t>
            </a:r>
          </a:p>
          <a:p>
            <a:pPr>
              <a:buNone/>
            </a:pPr>
            <a:r>
              <a:t>First-level</a:t>
            </a:r>
          </a:p>
        </p:txBody>
      </p:sp>
      <p:sp>
        <p:nvSpPr>
          <p:cNvPr id="24" name="Content Placeholder 3">
            <a:extLst>
              <a:ext uri="{FF2B5EF4-FFF2-40B4-BE49-F238E27FC236}">
                <a16:creationId xmlns:a16="http://schemas.microsoft.com/office/drawing/2014/main" id="{6C89E4A5-6F21-4ECD-BCA6-5B29AF1FC1C0}"/>
              </a:ext>
            </a:extLst>
          </p:cNvPr>
          <p:cNvSpPr>
            <a:spLocks noGrp="1"/>
          </p:cNvSpPr>
          <p:nvPr>
            <p:ph idx="18" hasCustomPrompt="1"/>
          </p:nvPr>
        </p:nvSpPr>
        <p:spPr>
          <a:xfrm>
            <a:off x="8969729" y="2971852"/>
            <a:ext cx="2368296" cy="2592183"/>
          </a:xfrm>
        </p:spPr>
        <p:txBody>
          <a:bodyPr vert="horz" lIns="0" tIns="0" rIns="0" bIns="0">
            <a:noAutofit/>
          </a:bodyPr>
          <a:lstStyle>
            <a:lvl1pPr algn="ctr">
              <a:lnSpc>
                <a:spcPct val="100000"/>
              </a:lnSpc>
              <a:buNone/>
              <a:defRPr sz="1800" b="1" cap="none">
                <a:solidFill>
                  <a:schemeClr val="tx2"/>
                </a:solidFill>
                <a:latin typeface="+mn-lt"/>
                <a:ea typeface="+mn-lt"/>
                <a:cs typeface="+mn-lt"/>
              </a:defRPr>
            </a:lvl1pPr>
            <a:lvl2pPr marL="0" indent="0" algn="ctr">
              <a:spcBef>
                <a:spcPts val="1800"/>
              </a:spcBef>
              <a:buNone/>
              <a:defRPr sz="1500">
                <a:solidFill>
                  <a:schemeClr val="tx2"/>
                </a:solidFill>
              </a:defRPr>
            </a:lvl2pPr>
            <a:lvl3pPr marL="171450" indent="0">
              <a:buNone/>
              <a:defRPr sz="1600">
                <a:solidFill>
                  <a:schemeClr val="bg1"/>
                </a:solidFill>
              </a:defRPr>
            </a:lvl3pPr>
            <a:lvl4pPr>
              <a:buNone/>
              <a:defRPr sz="1600">
                <a:solidFill>
                  <a:schemeClr val="bg1"/>
                </a:solidFill>
              </a:defRPr>
            </a:lvl4pPr>
            <a:lvl5pPr>
              <a:buNone/>
              <a:defRPr sz="1600">
                <a:solidFill>
                  <a:schemeClr val="bg1"/>
                </a:solidFill>
              </a:defRPr>
            </a:lvl5pPr>
            <a:lvl6pPr>
              <a:buNone/>
              <a:defRPr sz="1600">
                <a:solidFill>
                  <a:schemeClr val="bg1"/>
                </a:solidFill>
              </a:defRPr>
            </a:lvl6pPr>
            <a:lvl7pPr>
              <a:buNone/>
              <a:defRPr sz="1600">
                <a:solidFill>
                  <a:schemeClr val="bg1"/>
                </a:solidFill>
              </a:defRPr>
            </a:lvl7pPr>
            <a:lvl8pPr>
              <a:buNone/>
              <a:defRPr sz="1600">
                <a:solidFill>
                  <a:schemeClr val="bg1"/>
                </a:solidFill>
              </a:defRPr>
            </a:lvl8pPr>
            <a:lvl9pPr>
              <a:buNone/>
              <a:defRPr sz="1600">
                <a:solidFill>
                  <a:schemeClr val="bg1"/>
                </a:solidFill>
              </a:defRPr>
            </a:lvl9pPr>
          </a:lstStyle>
          <a:p>
            <a:pPr>
              <a:buNone/>
            </a:pPr>
            <a:r>
              <a:t>Header</a:t>
            </a:r>
          </a:p>
          <a:p>
            <a:pPr>
              <a:buNone/>
            </a:pPr>
            <a:r>
              <a:t>First-level</a:t>
            </a:r>
          </a:p>
        </p:txBody>
      </p:sp>
      <p:sp>
        <p:nvSpPr>
          <p:cNvPr id="11" name="Content Placeholder 8">
            <a:extLst>
              <a:ext uri="{FF2B5EF4-FFF2-40B4-BE49-F238E27FC236}">
                <a16:creationId xmlns:a16="http://schemas.microsoft.com/office/drawing/2014/main" id="{F5E0B0A3-49E5-4641-8D2C-BC31AF6815C4}"/>
              </a:ext>
            </a:extLst>
          </p:cNvPr>
          <p:cNvSpPr>
            <a:spLocks noGrp="1"/>
          </p:cNvSpPr>
          <p:nvPr/>
        </p:nvSpPr>
        <p:spPr>
          <a:xfrm>
            <a:off x="557784" y="6367487"/>
            <a:ext cx="352367" cy="228600"/>
          </a:xfrm>
          <a:prstGeom prst="rect">
            <a:avLst/>
          </a:prstGeom>
        </p:spPr>
        <p:txBody>
          <a:bodyPr lIns="0" rIns="0" anchor="ctr"/>
          <a:lstStyle>
            <a:lvl1pPr marL="0" indent="0" algn="l">
              <a:spcBef>
                <a:spcPts val="600"/>
              </a:spcBef>
              <a:spcAft>
                <a:spcPts val="0"/>
              </a:spcAft>
              <a:buNone/>
              <a:defRPr sz="800" b="0" i="0">
                <a:solidFill>
                  <a:schemeClr val="tx2"/>
                </a:solidFill>
                <a:latin typeface="Open Sans"/>
                <a:ea typeface="Open Sans"/>
                <a:cs typeface="Open Sans"/>
              </a:defRPr>
            </a:lvl1pPr>
            <a:lvl2pPr marL="200025" indent="-200025" algn="l">
              <a:spcBef>
                <a:spcPts val="600"/>
              </a:spcBef>
              <a:spcAft>
                <a:spcPts val="0"/>
              </a:spcAft>
              <a:buChar char="•"/>
              <a:defRPr sz="1600" b="0" i="0">
                <a:solidFill>
                  <a:schemeClr val="tx2"/>
                </a:solidFill>
                <a:latin typeface="Open Sans Light"/>
                <a:ea typeface="Open Sans Light"/>
                <a:cs typeface="Open Sans Light"/>
              </a:defRPr>
            </a:lvl2pPr>
            <a:lvl3pPr marL="398463" indent="-200025" algn="l">
              <a:spcBef>
                <a:spcPts val="600"/>
              </a:spcBef>
              <a:spcAft>
                <a:spcPts val="0"/>
              </a:spcAft>
              <a:buChar char="−"/>
              <a:defRPr sz="1600" b="0" i="0">
                <a:solidFill>
                  <a:schemeClr val="tx2"/>
                </a:solidFill>
                <a:latin typeface="Open Sans Light"/>
                <a:ea typeface="Open Sans Light"/>
                <a:cs typeface="Open Sans Light"/>
              </a:defRPr>
            </a:lvl3pPr>
            <a:lvl4pPr marL="622300" indent="-200025" algn="l">
              <a:spcBef>
                <a:spcPts val="600"/>
              </a:spcBef>
              <a:spcAft>
                <a:spcPts val="0"/>
              </a:spcAft>
              <a:buChar char="•"/>
              <a:defRPr sz="1600" b="0" i="0">
                <a:solidFill>
                  <a:schemeClr val="tx2"/>
                </a:solidFill>
                <a:latin typeface="Open Sans Light"/>
                <a:ea typeface="Open Sans Light"/>
                <a:cs typeface="Open Sans Light"/>
              </a:defRPr>
            </a:lvl4pPr>
            <a:lvl5pPr marL="806450" indent="-182563" algn="l">
              <a:spcBef>
                <a:spcPts val="600"/>
              </a:spcBef>
              <a:spcAft>
                <a:spcPts val="0"/>
              </a:spcAft>
              <a:buChar char="−"/>
              <a:defRPr sz="1600" b="0" i="0">
                <a:solidFill>
                  <a:schemeClr val="tx2"/>
                </a:solidFill>
                <a:latin typeface="Open Sans Light"/>
                <a:ea typeface="Open Sans Light"/>
                <a:cs typeface="Open Sans Light"/>
              </a:defRPr>
            </a:lvl5pPr>
            <a:lvl6pPr marL="2514600" indent="-228600" algn="l">
              <a:buChar char="•"/>
              <a:defRPr sz="2000">
                <a:solidFill>
                  <a:schemeClr val="tx1"/>
                </a:solidFill>
                <a:latin typeface="+mn-lt"/>
                <a:ea typeface="+mn-lt"/>
                <a:cs typeface="+mn-lt"/>
              </a:defRPr>
            </a:lvl6pPr>
            <a:lvl7pPr marL="2971800" indent="-228600" algn="l">
              <a:buChar char="•"/>
              <a:defRPr sz="2000">
                <a:solidFill>
                  <a:schemeClr val="tx1"/>
                </a:solidFill>
                <a:latin typeface="+mn-lt"/>
                <a:ea typeface="+mn-lt"/>
                <a:cs typeface="+mn-lt"/>
              </a:defRPr>
            </a:lvl7pPr>
            <a:lvl8pPr marL="3429000" indent="-228600" algn="l">
              <a:buChar char="•"/>
              <a:defRPr sz="2000">
                <a:solidFill>
                  <a:schemeClr val="tx1"/>
                </a:solidFill>
                <a:latin typeface="+mn-lt"/>
                <a:ea typeface="+mn-lt"/>
                <a:cs typeface="+mn-lt"/>
              </a:defRPr>
            </a:lvl8pPr>
            <a:lvl9pPr marL="3886200" indent="-228600" algn="l">
              <a:buChar char="•"/>
              <a:defRPr sz="2000">
                <a:solidFill>
                  <a:schemeClr val="tx1"/>
                </a:solidFill>
                <a:latin typeface="+mn-lt"/>
                <a:ea typeface="+mn-lt"/>
                <a:cs typeface="+mn-lt"/>
              </a:defRPr>
            </a:lvl9pPr>
          </a:lstStyle>
          <a:p>
            <a:pPr algn="l">
              <a:buNone/>
            </a:pPr>
            <a:fld id="{38743595-4496-5147-A886-7D133864DF76}" type="slidenum">
              <a:rPr sz="1000" b="0">
                <a:solidFill>
                  <a:schemeClr val="tx2"/>
                </a:solidFill>
                <a:latin typeface="CVS Health Sans Medium"/>
                <a:ea typeface="CVS Health Sans Medium"/>
                <a:cs typeface="CVS Health Sans Medium"/>
              </a:rPr>
              <a:t>‹#›</a:t>
            </a:fld>
            <a:endParaRPr sz="1000" b="0">
              <a:solidFill>
                <a:schemeClr val="tx2"/>
              </a:solidFill>
              <a:latin typeface="CVS Health Sans Medium"/>
              <a:ea typeface="CVS Health Sans Medium"/>
              <a:cs typeface="CVS Health Sans Medium"/>
            </a:endParaRPr>
          </a:p>
        </p:txBody>
      </p:sp>
      <p:sp>
        <p:nvSpPr>
          <p:cNvPr id="20" name="TextBox 19">
            <a:extLst>
              <a:ext uri="{FF2B5EF4-FFF2-40B4-BE49-F238E27FC236}">
                <a16:creationId xmlns:a16="http://schemas.microsoft.com/office/drawing/2014/main" id="{01B46839-35D8-438B-B7A2-2B753DFD7A66}"/>
              </a:ext>
            </a:extLst>
          </p:cNvPr>
          <p:cNvSpPr>
            <a:spLocks noGrp="1"/>
          </p:cNvSpPr>
          <p:nvPr/>
        </p:nvSpPr>
        <p:spPr>
          <a:xfrm>
            <a:off x="859534" y="6425581"/>
            <a:ext cx="8046720" cy="123111"/>
          </a:xfrm>
          <a:prstGeom prst="rect">
            <a:avLst/>
          </a:prstGeom>
          <a:noFill/>
        </p:spPr>
        <p:txBody>
          <a:bodyPr wrap="square" lIns="0" tIns="0" rIns="0" bIns="0" anchor="b">
            <a:spAutoFit/>
          </a:bodyPr>
          <a:lstStyle/>
          <a:p>
            <a:r>
              <a:rPr sz="800">
                <a:solidFill>
                  <a:schemeClr val="tx2"/>
                </a:solidFill>
                <a:latin typeface="+mn-lt"/>
                <a:ea typeface="+mn-lt"/>
                <a:cs typeface="+mn-lt"/>
              </a:rPr>
              <a:t>©2026 CVS Health and/or one of its affiliates. Confidential and proprietary.</a:t>
            </a:r>
          </a:p>
        </p:txBody>
      </p:sp>
      <p:pic>
        <p:nvPicPr>
          <p:cNvPr id="35" name="Graphic 11"/>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51008" y="6373368"/>
            <a:ext cx="1273813" cy="155448"/>
          </a:xfrm>
          <a:prstGeom prst="rect">
            <a:avLst/>
          </a:prstGeom>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and image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AD5B1-2A61-4A94-896E-F38D753F89DF}"/>
              </a:ext>
            </a:extLst>
          </p:cNvPr>
          <p:cNvSpPr>
            <a:spLocks noGrp="1"/>
          </p:cNvSpPr>
          <p:nvPr>
            <p:ph type="title" hasCustomPrompt="1"/>
          </p:nvPr>
        </p:nvSpPr>
        <p:spPr>
          <a:xfrm>
            <a:off x="557784" y="530351"/>
            <a:ext cx="4882896" cy="713232"/>
          </a:xfrm>
        </p:spPr>
        <p:txBody>
          <a:bodyPr/>
          <a:lstStyle>
            <a:lvl1pPr>
              <a:buNone/>
              <a:defRPr>
                <a:solidFill>
                  <a:schemeClr val="tx2"/>
                </a:solidFill>
              </a:defRPr>
            </a:lvl1pPr>
          </a:lstStyle>
          <a:p>
            <a:r>
              <a:t>Click to add title </a:t>
            </a:r>
            <a:br/>
            <a:r>
              <a:t>for image and text slide</a:t>
            </a:r>
          </a:p>
        </p:txBody>
      </p:sp>
      <p:sp>
        <p:nvSpPr>
          <p:cNvPr id="6" name="Content Placeholder 2">
            <a:extLst>
              <a:ext uri="{FF2B5EF4-FFF2-40B4-BE49-F238E27FC236}">
                <a16:creationId xmlns:a16="http://schemas.microsoft.com/office/drawing/2014/main" id="{515160FC-CC63-4A2D-B2DB-3678FA993C0C}"/>
              </a:ext>
            </a:extLst>
          </p:cNvPr>
          <p:cNvSpPr>
            <a:spLocks noGrp="1"/>
          </p:cNvSpPr>
          <p:nvPr>
            <p:ph idx="1" hasCustomPrompt="1"/>
          </p:nvPr>
        </p:nvSpPr>
        <p:spPr>
          <a:xfrm>
            <a:off x="557784" y="1765300"/>
            <a:ext cx="4882896" cy="3977640"/>
          </a:xfrm>
        </p:spPr>
        <p:txBody>
          <a:bodyPr/>
          <a:lstStyle>
            <a:lvl1pPr>
              <a:buNone/>
              <a:defRPr cap="none">
                <a:solidFill>
                  <a:schemeClr val="tx2"/>
                </a:solidFill>
              </a:defRPr>
            </a:lvl1pPr>
            <a:lvl2pPr>
              <a:buNone/>
              <a:defRPr>
                <a:solidFill>
                  <a:schemeClr val="tx2"/>
                </a:solidFill>
              </a:defRPr>
            </a:lvl2pPr>
            <a:lvl3pPr>
              <a:buNone/>
              <a:defRPr>
                <a:solidFill>
                  <a:schemeClr val="tx2"/>
                </a:solidFill>
              </a:defRPr>
            </a:lvl3pPr>
            <a:lvl4pPr>
              <a:buNone/>
              <a:defRPr>
                <a:solidFill>
                  <a:schemeClr val="tx2"/>
                </a:solidFill>
              </a:defRPr>
            </a:lvl4pPr>
            <a:lvl5pPr>
              <a:buNone/>
              <a:defRPr>
                <a:solidFill>
                  <a:schemeClr val="tx2"/>
                </a:solidFill>
              </a:defRPr>
            </a:lvl5pPr>
            <a:lvl6pPr>
              <a:buNone/>
              <a:defRPr/>
            </a:lvl6pPr>
            <a:lvl7pPr>
              <a:buNone/>
              <a:defRPr/>
            </a:lvl7pPr>
            <a:lvl8pPr>
              <a:buNone/>
              <a:defRPr/>
            </a:lvl8pPr>
            <a:lvl9pPr>
              <a:buNone/>
              <a:defRPr/>
            </a:lvl9pPr>
          </a:lstStyle>
          <a:p>
            <a:pPr>
              <a:buNone/>
            </a:pPr>
            <a:r>
              <a:t>Body text</a:t>
            </a:r>
          </a:p>
          <a:p>
            <a:pPr>
              <a:buNone/>
            </a:pPr>
            <a:r>
              <a:t>First-level bullet</a:t>
            </a:r>
          </a:p>
          <a:p>
            <a:pPr>
              <a:buNone/>
            </a:pPr>
            <a:r>
              <a:t>Second-level bullet</a:t>
            </a:r>
          </a:p>
          <a:p>
            <a:pPr>
              <a:buNone/>
            </a:pPr>
            <a:r>
              <a:t>Third-level bullet</a:t>
            </a:r>
          </a:p>
          <a:p>
            <a:pPr>
              <a:buNone/>
            </a:pPr>
            <a:r>
              <a:t>Fourth-level bullet</a:t>
            </a:r>
          </a:p>
          <a:p>
            <a:pPr>
              <a:buNone/>
            </a:pPr>
            <a:r>
              <a:t>Fifth-level bullet</a:t>
            </a:r>
          </a:p>
          <a:p>
            <a:pPr>
              <a:buNone/>
            </a:pPr>
            <a:r>
              <a:t>Sixth-level bullet</a:t>
            </a:r>
          </a:p>
          <a:p>
            <a:pPr>
              <a:buNone/>
            </a:pPr>
            <a:r>
              <a:t>Seventh-level bullet</a:t>
            </a:r>
          </a:p>
          <a:p>
            <a:pPr>
              <a:buNone/>
            </a:pPr>
            <a:r>
              <a:t>Eighth-level bullet</a:t>
            </a:r>
          </a:p>
        </p:txBody>
      </p:sp>
      <p:sp>
        <p:nvSpPr>
          <p:cNvPr id="4" name="Picture Placeholder 6">
            <a:extLst>
              <a:ext uri="{FF2B5EF4-FFF2-40B4-BE49-F238E27FC236}">
                <a16:creationId xmlns:a16="http://schemas.microsoft.com/office/drawing/2014/main" id="{12697E3D-9970-40A4-9967-1A38ED528B30}"/>
              </a:ext>
            </a:extLst>
          </p:cNvPr>
          <p:cNvSpPr>
            <a:spLocks noGrp="1"/>
          </p:cNvSpPr>
          <p:nvPr>
            <p:ph type="pic" idx="16" hasCustomPrompt="1"/>
          </p:nvPr>
        </p:nvSpPr>
        <p:spPr>
          <a:xfrm>
            <a:off x="6094412" y="0"/>
            <a:ext cx="6094413" cy="6858000"/>
          </a:xfrm>
          <a:prstGeom prst="rect">
            <a:avLst/>
          </a:prstGeom>
          <a:solidFill>
            <a:schemeClr val="bg1">
              <a:lumMod val="85000"/>
            </a:schemeClr>
          </a:solidFill>
        </p:spPr>
        <p:txBody>
          <a:bodyPr anchor="ctr"/>
          <a:lstStyle>
            <a:lvl1pPr algn="ctr">
              <a:spcBef>
                <a:spcPts val="0"/>
              </a:spcBef>
              <a:spcAft>
                <a:spcPts val="0"/>
              </a:spcAft>
              <a:buNone/>
              <a:defRPr sz="6600" b="1">
                <a:solidFill>
                  <a:schemeClr val="bg2"/>
                </a:solidFill>
              </a:defRPr>
            </a:lvl1pPr>
          </a:lstStyle>
          <a:p>
            <a:br/>
            <a:r>
              <a:t>IMAGE</a:t>
            </a:r>
            <a:br/>
            <a:br/>
            <a:br/>
            <a:endParaRPr/>
          </a:p>
        </p:txBody>
      </p:sp>
      <p:pic>
        <p:nvPicPr>
          <p:cNvPr id="8" name="Graphic 4"/>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51008" y="6373368"/>
            <a:ext cx="1273813" cy="155448"/>
          </a:xfrm>
          <a:prstGeom prst="rect">
            <a:avLst/>
          </a:prstGeom>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and image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7A610-B04C-40D5-A614-9284EB695DB1}"/>
              </a:ext>
            </a:extLst>
          </p:cNvPr>
          <p:cNvSpPr>
            <a:spLocks noGrp="1"/>
          </p:cNvSpPr>
          <p:nvPr>
            <p:ph type="title" hasCustomPrompt="1"/>
          </p:nvPr>
        </p:nvSpPr>
        <p:spPr>
          <a:xfrm>
            <a:off x="6731836" y="530351"/>
            <a:ext cx="4882896" cy="713232"/>
          </a:xfrm>
        </p:spPr>
        <p:txBody>
          <a:bodyPr/>
          <a:lstStyle>
            <a:lvl1pPr>
              <a:buNone/>
              <a:defRPr>
                <a:solidFill>
                  <a:schemeClr val="tx2"/>
                </a:solidFill>
              </a:defRPr>
            </a:lvl1pPr>
          </a:lstStyle>
          <a:p>
            <a:r>
              <a:t>Click to add title </a:t>
            </a:r>
            <a:br/>
            <a:r>
              <a:t>for image and text slide</a:t>
            </a:r>
          </a:p>
        </p:txBody>
      </p:sp>
      <p:sp>
        <p:nvSpPr>
          <p:cNvPr id="6" name="Content Placeholder 2">
            <a:extLst>
              <a:ext uri="{FF2B5EF4-FFF2-40B4-BE49-F238E27FC236}">
                <a16:creationId xmlns:a16="http://schemas.microsoft.com/office/drawing/2014/main" id="{651A1CAF-8A96-4399-B780-99985D994A92}"/>
              </a:ext>
            </a:extLst>
          </p:cNvPr>
          <p:cNvSpPr>
            <a:spLocks noGrp="1"/>
          </p:cNvSpPr>
          <p:nvPr>
            <p:ph idx="1" hasCustomPrompt="1"/>
          </p:nvPr>
        </p:nvSpPr>
        <p:spPr>
          <a:xfrm>
            <a:off x="6738938" y="1765300"/>
            <a:ext cx="4882896" cy="3977640"/>
          </a:xfrm>
        </p:spPr>
        <p:txBody>
          <a:bodyPr/>
          <a:lstStyle>
            <a:lvl1pPr>
              <a:buNone/>
              <a:defRPr cap="none">
                <a:solidFill>
                  <a:schemeClr val="tx2"/>
                </a:solidFill>
              </a:defRPr>
            </a:lvl1pPr>
            <a:lvl2pPr>
              <a:buNone/>
              <a:defRPr>
                <a:solidFill>
                  <a:schemeClr val="tx2"/>
                </a:solidFill>
              </a:defRPr>
            </a:lvl2pPr>
            <a:lvl3pPr>
              <a:buNone/>
              <a:defRPr>
                <a:solidFill>
                  <a:schemeClr val="tx2"/>
                </a:solidFill>
              </a:defRPr>
            </a:lvl3pPr>
            <a:lvl4pPr>
              <a:buNone/>
              <a:defRPr>
                <a:solidFill>
                  <a:schemeClr val="tx2"/>
                </a:solidFill>
              </a:defRPr>
            </a:lvl4pPr>
            <a:lvl5pPr>
              <a:buNone/>
              <a:defRPr>
                <a:solidFill>
                  <a:schemeClr val="tx2"/>
                </a:solidFill>
              </a:defRPr>
            </a:lvl5pPr>
            <a:lvl6pPr>
              <a:buNone/>
              <a:defRPr/>
            </a:lvl6pPr>
            <a:lvl7pPr>
              <a:buNone/>
              <a:defRPr/>
            </a:lvl7pPr>
            <a:lvl8pPr>
              <a:buNone/>
              <a:defRPr/>
            </a:lvl8pPr>
            <a:lvl9pPr>
              <a:buNone/>
              <a:defRPr/>
            </a:lvl9pPr>
          </a:lstStyle>
          <a:p>
            <a:pPr>
              <a:buNone/>
            </a:pPr>
            <a:r>
              <a:t>Body text</a:t>
            </a:r>
          </a:p>
          <a:p>
            <a:pPr>
              <a:buNone/>
            </a:pPr>
            <a:r>
              <a:t>First-level bullet</a:t>
            </a:r>
          </a:p>
          <a:p>
            <a:pPr>
              <a:buNone/>
            </a:pPr>
            <a:r>
              <a:t>Second-level bullet</a:t>
            </a:r>
          </a:p>
          <a:p>
            <a:pPr>
              <a:buNone/>
            </a:pPr>
            <a:r>
              <a:t>Third-level bullet</a:t>
            </a:r>
          </a:p>
          <a:p>
            <a:pPr>
              <a:buNone/>
            </a:pPr>
            <a:r>
              <a:t>Fourth-level bullet</a:t>
            </a:r>
          </a:p>
          <a:p>
            <a:pPr>
              <a:buNone/>
            </a:pPr>
            <a:r>
              <a:t>Fifth-level bullet</a:t>
            </a:r>
          </a:p>
          <a:p>
            <a:pPr>
              <a:buNone/>
            </a:pPr>
            <a:r>
              <a:t>Sixth-level bullet</a:t>
            </a:r>
          </a:p>
          <a:p>
            <a:pPr>
              <a:buNone/>
            </a:pPr>
            <a:r>
              <a:t>Seventh-level bullet</a:t>
            </a:r>
          </a:p>
          <a:p>
            <a:pPr>
              <a:buNone/>
            </a:pPr>
            <a:r>
              <a:t>Eighth-level bullet</a:t>
            </a:r>
          </a:p>
        </p:txBody>
      </p:sp>
      <p:sp>
        <p:nvSpPr>
          <p:cNvPr id="4" name="Picture Placeholder 6">
            <a:extLst>
              <a:ext uri="{FF2B5EF4-FFF2-40B4-BE49-F238E27FC236}">
                <a16:creationId xmlns:a16="http://schemas.microsoft.com/office/drawing/2014/main" id="{12697E3D-9970-40A4-9967-1A38ED528B30}"/>
              </a:ext>
            </a:extLst>
          </p:cNvPr>
          <p:cNvSpPr>
            <a:spLocks noGrp="1"/>
          </p:cNvSpPr>
          <p:nvPr>
            <p:ph type="pic" idx="16" hasCustomPrompt="1"/>
          </p:nvPr>
        </p:nvSpPr>
        <p:spPr>
          <a:xfrm>
            <a:off x="0" y="0"/>
            <a:ext cx="6094413" cy="6858000"/>
          </a:xfrm>
          <a:prstGeom prst="rect">
            <a:avLst/>
          </a:prstGeom>
          <a:solidFill>
            <a:schemeClr val="bg1">
              <a:lumMod val="85000"/>
            </a:schemeClr>
          </a:solidFill>
        </p:spPr>
        <p:txBody>
          <a:bodyPr anchor="ctr"/>
          <a:lstStyle>
            <a:lvl1pPr algn="ctr">
              <a:spcBef>
                <a:spcPts val="0"/>
              </a:spcBef>
              <a:spcAft>
                <a:spcPts val="0"/>
              </a:spcAft>
              <a:buNone/>
              <a:defRPr sz="6600" b="1">
                <a:solidFill>
                  <a:schemeClr val="bg2"/>
                </a:solidFill>
              </a:defRPr>
            </a:lvl1pPr>
          </a:lstStyle>
          <a:p>
            <a:br/>
            <a:r>
              <a:t>IMAGE</a:t>
            </a:r>
            <a:br/>
            <a:br/>
            <a:b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and Infographic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BAE9A-1026-41B2-B639-07F877129C56}"/>
              </a:ext>
            </a:extLst>
          </p:cNvPr>
          <p:cNvSpPr>
            <a:spLocks noGrp="1"/>
          </p:cNvSpPr>
          <p:nvPr>
            <p:ph type="title" hasCustomPrompt="1"/>
          </p:nvPr>
        </p:nvSpPr>
        <p:spPr>
          <a:xfrm>
            <a:off x="557784" y="530351"/>
            <a:ext cx="4882896" cy="713232"/>
          </a:xfrm>
        </p:spPr>
        <p:txBody>
          <a:bodyPr/>
          <a:lstStyle>
            <a:lvl1pPr>
              <a:buNone/>
              <a:defRPr>
                <a:solidFill>
                  <a:schemeClr val="tx2"/>
                </a:solidFill>
              </a:defRPr>
            </a:lvl1pPr>
          </a:lstStyle>
          <a:p>
            <a:r>
              <a:t>Click to add title for text and infographic</a:t>
            </a:r>
          </a:p>
        </p:txBody>
      </p:sp>
      <p:sp>
        <p:nvSpPr>
          <p:cNvPr id="6" name="Content Placeholder 2">
            <a:extLst>
              <a:ext uri="{FF2B5EF4-FFF2-40B4-BE49-F238E27FC236}">
                <a16:creationId xmlns:a16="http://schemas.microsoft.com/office/drawing/2014/main" id="{3F5E2F68-C7C4-4BA2-89B9-1DFE1DF9002B}"/>
              </a:ext>
            </a:extLst>
          </p:cNvPr>
          <p:cNvSpPr>
            <a:spLocks noGrp="1"/>
          </p:cNvSpPr>
          <p:nvPr>
            <p:ph idx="1" hasCustomPrompt="1"/>
          </p:nvPr>
        </p:nvSpPr>
        <p:spPr>
          <a:xfrm>
            <a:off x="557784" y="1767532"/>
            <a:ext cx="4882896" cy="3977640"/>
          </a:xfrm>
        </p:spPr>
        <p:txBody>
          <a:bodyPr/>
          <a:lstStyle>
            <a:lvl1pPr>
              <a:buNone/>
              <a:defRPr cap="none">
                <a:solidFill>
                  <a:schemeClr val="tx2"/>
                </a:solidFill>
              </a:defRPr>
            </a:lvl1pPr>
            <a:lvl2pPr>
              <a:buNone/>
              <a:defRPr>
                <a:solidFill>
                  <a:schemeClr val="tx2"/>
                </a:solidFill>
              </a:defRPr>
            </a:lvl2pPr>
            <a:lvl3pPr>
              <a:buNone/>
              <a:defRPr>
                <a:solidFill>
                  <a:schemeClr val="tx2"/>
                </a:solidFill>
              </a:defRPr>
            </a:lvl3pPr>
            <a:lvl4pPr>
              <a:buNone/>
              <a:defRPr>
                <a:solidFill>
                  <a:schemeClr val="tx2"/>
                </a:solidFill>
              </a:defRPr>
            </a:lvl4pPr>
            <a:lvl5pPr>
              <a:buNone/>
              <a:defRPr>
                <a:solidFill>
                  <a:schemeClr val="tx2"/>
                </a:solidFill>
              </a:defRPr>
            </a:lvl5pPr>
            <a:lvl6pPr>
              <a:buNone/>
              <a:defRPr/>
            </a:lvl6pPr>
            <a:lvl7pPr>
              <a:buNone/>
              <a:defRPr/>
            </a:lvl7pPr>
            <a:lvl8pPr>
              <a:buNone/>
              <a:defRPr/>
            </a:lvl8pPr>
            <a:lvl9pPr>
              <a:buNone/>
              <a:defRPr/>
            </a:lvl9pPr>
          </a:lstStyle>
          <a:p>
            <a:pPr>
              <a:buNone/>
            </a:pPr>
            <a:r>
              <a:t>Body text</a:t>
            </a:r>
          </a:p>
          <a:p>
            <a:pPr>
              <a:buNone/>
            </a:pPr>
            <a:r>
              <a:t>First-level bullet</a:t>
            </a:r>
          </a:p>
          <a:p>
            <a:pPr>
              <a:buNone/>
            </a:pPr>
            <a:r>
              <a:t>Second-level bullet</a:t>
            </a:r>
          </a:p>
          <a:p>
            <a:pPr>
              <a:buNone/>
            </a:pPr>
            <a:r>
              <a:t>Third-level bullet</a:t>
            </a:r>
          </a:p>
          <a:p>
            <a:pPr>
              <a:buNone/>
            </a:pPr>
            <a:r>
              <a:t>Fourth-level bullet</a:t>
            </a:r>
          </a:p>
          <a:p>
            <a:pPr>
              <a:buNone/>
            </a:pPr>
            <a:r>
              <a:t>Fifth-level bullet</a:t>
            </a:r>
          </a:p>
          <a:p>
            <a:pPr>
              <a:buNone/>
            </a:pPr>
            <a:r>
              <a:t>Sixth-level bullet</a:t>
            </a:r>
          </a:p>
          <a:p>
            <a:pPr>
              <a:buNone/>
            </a:pPr>
            <a:r>
              <a:t>Seventh-level bullet</a:t>
            </a:r>
          </a:p>
          <a:p>
            <a:pPr>
              <a:buNone/>
            </a:pPr>
            <a:r>
              <a:t>Eighth-level bullet</a:t>
            </a:r>
          </a:p>
        </p:txBody>
      </p:sp>
      <p:sp>
        <p:nvSpPr>
          <p:cNvPr id="8" name="Rectangle 7">
            <a:extLst>
              <a:ext uri="{FF2B5EF4-FFF2-40B4-BE49-F238E27FC236}">
                <a16:creationId xmlns:a16="http://schemas.microsoft.com/office/drawing/2014/main" id="{65139F72-CEC0-495F-8477-192D60A880E2}"/>
              </a:ext>
            </a:extLst>
          </p:cNvPr>
          <p:cNvSpPr>
            <a:spLocks noGrp="1"/>
          </p:cNvSpPr>
          <p:nvPr/>
        </p:nvSpPr>
        <p:spPr>
          <a:xfrm>
            <a:off x="6094412" y="0"/>
            <a:ext cx="6094413" cy="6858000"/>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9" name="Graphic 6"/>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51008" y="6373368"/>
            <a:ext cx="1273813" cy="155448"/>
          </a:xfrm>
          <a:prstGeom prst="rect">
            <a:avLst/>
          </a:prstGeom>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and Infographic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64620-87EE-47AE-A4A4-E1544B0CB316}"/>
              </a:ext>
            </a:extLst>
          </p:cNvPr>
          <p:cNvSpPr>
            <a:spLocks noGrp="1"/>
          </p:cNvSpPr>
          <p:nvPr>
            <p:ph type="title" hasCustomPrompt="1"/>
          </p:nvPr>
        </p:nvSpPr>
        <p:spPr>
          <a:xfrm>
            <a:off x="6731836" y="530351"/>
            <a:ext cx="4882896" cy="713232"/>
          </a:xfrm>
        </p:spPr>
        <p:txBody>
          <a:bodyPr/>
          <a:lstStyle>
            <a:lvl1pPr>
              <a:buNone/>
              <a:defRPr>
                <a:solidFill>
                  <a:schemeClr val="tx2"/>
                </a:solidFill>
              </a:defRPr>
            </a:lvl1pPr>
          </a:lstStyle>
          <a:p>
            <a:r>
              <a:t>Click to add title for text and infographic</a:t>
            </a:r>
          </a:p>
        </p:txBody>
      </p:sp>
      <p:sp>
        <p:nvSpPr>
          <p:cNvPr id="6" name="Content Placeholder 2">
            <a:extLst>
              <a:ext uri="{FF2B5EF4-FFF2-40B4-BE49-F238E27FC236}">
                <a16:creationId xmlns:a16="http://schemas.microsoft.com/office/drawing/2014/main" id="{47D4E8C0-34DE-421F-BEE3-590D949A2B9B}"/>
              </a:ext>
            </a:extLst>
          </p:cNvPr>
          <p:cNvSpPr>
            <a:spLocks noGrp="1"/>
          </p:cNvSpPr>
          <p:nvPr>
            <p:ph idx="1" hasCustomPrompt="1"/>
          </p:nvPr>
        </p:nvSpPr>
        <p:spPr>
          <a:xfrm>
            <a:off x="6738938" y="1765300"/>
            <a:ext cx="4882896" cy="3977640"/>
          </a:xfrm>
        </p:spPr>
        <p:txBody>
          <a:bodyPr/>
          <a:lstStyle>
            <a:lvl1pPr>
              <a:buNone/>
              <a:defRPr cap="none">
                <a:solidFill>
                  <a:schemeClr val="tx2"/>
                </a:solidFill>
              </a:defRPr>
            </a:lvl1pPr>
            <a:lvl2pPr>
              <a:buNone/>
              <a:defRPr>
                <a:solidFill>
                  <a:schemeClr val="tx2"/>
                </a:solidFill>
              </a:defRPr>
            </a:lvl2pPr>
            <a:lvl3pPr>
              <a:buNone/>
              <a:defRPr>
                <a:solidFill>
                  <a:schemeClr val="tx2"/>
                </a:solidFill>
              </a:defRPr>
            </a:lvl3pPr>
            <a:lvl4pPr>
              <a:buNone/>
              <a:defRPr>
                <a:solidFill>
                  <a:schemeClr val="tx2"/>
                </a:solidFill>
              </a:defRPr>
            </a:lvl4pPr>
            <a:lvl5pPr>
              <a:buNone/>
              <a:defRPr>
                <a:solidFill>
                  <a:schemeClr val="tx2"/>
                </a:solidFill>
              </a:defRPr>
            </a:lvl5pPr>
            <a:lvl6pPr>
              <a:buNone/>
              <a:defRPr/>
            </a:lvl6pPr>
            <a:lvl7pPr>
              <a:buNone/>
              <a:defRPr/>
            </a:lvl7pPr>
            <a:lvl8pPr>
              <a:buNone/>
              <a:defRPr/>
            </a:lvl8pPr>
            <a:lvl9pPr>
              <a:buNone/>
              <a:defRPr/>
            </a:lvl9pPr>
          </a:lstStyle>
          <a:p>
            <a:pPr>
              <a:buNone/>
            </a:pPr>
            <a:r>
              <a:t>Body text</a:t>
            </a:r>
          </a:p>
          <a:p>
            <a:pPr>
              <a:buNone/>
            </a:pPr>
            <a:r>
              <a:t>First-level bullet</a:t>
            </a:r>
          </a:p>
          <a:p>
            <a:pPr>
              <a:buNone/>
            </a:pPr>
            <a:r>
              <a:t>Second-level bullet</a:t>
            </a:r>
          </a:p>
          <a:p>
            <a:pPr>
              <a:buNone/>
            </a:pPr>
            <a:r>
              <a:t>Third-level bullet</a:t>
            </a:r>
          </a:p>
          <a:p>
            <a:pPr>
              <a:buNone/>
            </a:pPr>
            <a:r>
              <a:t>Fourth-level bullet</a:t>
            </a:r>
          </a:p>
          <a:p>
            <a:pPr>
              <a:buNone/>
            </a:pPr>
            <a:r>
              <a:t>Fifth-level bullet</a:t>
            </a:r>
          </a:p>
          <a:p>
            <a:pPr>
              <a:buNone/>
            </a:pPr>
            <a:r>
              <a:t>Sixth-level bullet</a:t>
            </a:r>
          </a:p>
          <a:p>
            <a:pPr>
              <a:buNone/>
            </a:pPr>
            <a:r>
              <a:t>Seventh-level bullet</a:t>
            </a:r>
          </a:p>
          <a:p>
            <a:pPr>
              <a:buNone/>
            </a:pPr>
            <a:r>
              <a:t>Eighth-level bullet</a:t>
            </a:r>
          </a:p>
        </p:txBody>
      </p:sp>
      <p:sp>
        <p:nvSpPr>
          <p:cNvPr id="7" name="Rectangle 6">
            <a:extLst>
              <a:ext uri="{FF2B5EF4-FFF2-40B4-BE49-F238E27FC236}">
                <a16:creationId xmlns:a16="http://schemas.microsoft.com/office/drawing/2014/main" id="{65139F72-CEC0-495F-8477-192D60A880E2}"/>
              </a:ext>
            </a:extLst>
          </p:cNvPr>
          <p:cNvSpPr>
            <a:spLocks noGrp="1"/>
          </p:cNvSpPr>
          <p:nvPr/>
        </p:nvSpPr>
        <p:spPr>
          <a:xfrm>
            <a:off x="-1" y="0"/>
            <a:ext cx="6094413" cy="6858000"/>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Content Placeholder 8">
            <a:extLst>
              <a:ext uri="{FF2B5EF4-FFF2-40B4-BE49-F238E27FC236}">
                <a16:creationId xmlns:a16="http://schemas.microsoft.com/office/drawing/2014/main" id="{CB4B9DEE-1CF0-47D1-934E-DB4356D62FF1}"/>
              </a:ext>
            </a:extLst>
          </p:cNvPr>
          <p:cNvSpPr>
            <a:spLocks noGrp="1"/>
          </p:cNvSpPr>
          <p:nvPr/>
        </p:nvSpPr>
        <p:spPr>
          <a:xfrm>
            <a:off x="557784" y="6367487"/>
            <a:ext cx="352367" cy="228600"/>
          </a:xfrm>
          <a:prstGeom prst="rect">
            <a:avLst/>
          </a:prstGeom>
        </p:spPr>
        <p:txBody>
          <a:bodyPr lIns="0" rIns="0" anchor="ctr"/>
          <a:lstStyle>
            <a:lvl1pPr marL="0" indent="0" algn="l">
              <a:spcBef>
                <a:spcPts val="600"/>
              </a:spcBef>
              <a:spcAft>
                <a:spcPts val="0"/>
              </a:spcAft>
              <a:buNone/>
              <a:defRPr sz="800" b="0" i="0">
                <a:solidFill>
                  <a:schemeClr val="tx2"/>
                </a:solidFill>
                <a:latin typeface="Open Sans"/>
                <a:ea typeface="Open Sans"/>
                <a:cs typeface="Open Sans"/>
              </a:defRPr>
            </a:lvl1pPr>
            <a:lvl2pPr marL="200025" indent="-200025" algn="l">
              <a:spcBef>
                <a:spcPts val="600"/>
              </a:spcBef>
              <a:spcAft>
                <a:spcPts val="0"/>
              </a:spcAft>
              <a:buChar char="•"/>
              <a:defRPr sz="1600" b="0" i="0">
                <a:solidFill>
                  <a:schemeClr val="tx2"/>
                </a:solidFill>
                <a:latin typeface="Open Sans Light"/>
                <a:ea typeface="Open Sans Light"/>
                <a:cs typeface="Open Sans Light"/>
              </a:defRPr>
            </a:lvl2pPr>
            <a:lvl3pPr marL="398463" indent="-200025" algn="l">
              <a:spcBef>
                <a:spcPts val="600"/>
              </a:spcBef>
              <a:spcAft>
                <a:spcPts val="0"/>
              </a:spcAft>
              <a:buChar char="−"/>
              <a:defRPr sz="1600" b="0" i="0">
                <a:solidFill>
                  <a:schemeClr val="tx2"/>
                </a:solidFill>
                <a:latin typeface="Open Sans Light"/>
                <a:ea typeface="Open Sans Light"/>
                <a:cs typeface="Open Sans Light"/>
              </a:defRPr>
            </a:lvl3pPr>
            <a:lvl4pPr marL="622300" indent="-200025" algn="l">
              <a:spcBef>
                <a:spcPts val="600"/>
              </a:spcBef>
              <a:spcAft>
                <a:spcPts val="0"/>
              </a:spcAft>
              <a:buChar char="•"/>
              <a:defRPr sz="1600" b="0" i="0">
                <a:solidFill>
                  <a:schemeClr val="tx2"/>
                </a:solidFill>
                <a:latin typeface="Open Sans Light"/>
                <a:ea typeface="Open Sans Light"/>
                <a:cs typeface="Open Sans Light"/>
              </a:defRPr>
            </a:lvl4pPr>
            <a:lvl5pPr marL="806450" indent="-182563" algn="l">
              <a:spcBef>
                <a:spcPts val="600"/>
              </a:spcBef>
              <a:spcAft>
                <a:spcPts val="0"/>
              </a:spcAft>
              <a:buChar char="−"/>
              <a:defRPr sz="1600" b="0" i="0">
                <a:solidFill>
                  <a:schemeClr val="tx2"/>
                </a:solidFill>
                <a:latin typeface="Open Sans Light"/>
                <a:ea typeface="Open Sans Light"/>
                <a:cs typeface="Open Sans Light"/>
              </a:defRPr>
            </a:lvl5pPr>
            <a:lvl6pPr marL="2514600" indent="-228600" algn="l">
              <a:buChar char="•"/>
              <a:defRPr sz="2000">
                <a:solidFill>
                  <a:schemeClr val="tx1"/>
                </a:solidFill>
                <a:latin typeface="+mn-lt"/>
                <a:ea typeface="+mn-lt"/>
                <a:cs typeface="+mn-lt"/>
              </a:defRPr>
            </a:lvl6pPr>
            <a:lvl7pPr marL="2971800" indent="-228600" algn="l">
              <a:buChar char="•"/>
              <a:defRPr sz="2000">
                <a:solidFill>
                  <a:schemeClr val="tx1"/>
                </a:solidFill>
                <a:latin typeface="+mn-lt"/>
                <a:ea typeface="+mn-lt"/>
                <a:cs typeface="+mn-lt"/>
              </a:defRPr>
            </a:lvl7pPr>
            <a:lvl8pPr marL="3429000" indent="-228600" algn="l">
              <a:buChar char="•"/>
              <a:defRPr sz="2000">
                <a:solidFill>
                  <a:schemeClr val="tx1"/>
                </a:solidFill>
                <a:latin typeface="+mn-lt"/>
                <a:ea typeface="+mn-lt"/>
                <a:cs typeface="+mn-lt"/>
              </a:defRPr>
            </a:lvl8pPr>
            <a:lvl9pPr marL="3886200" indent="-228600" algn="l">
              <a:buChar char="•"/>
              <a:defRPr sz="2000">
                <a:solidFill>
                  <a:schemeClr val="tx1"/>
                </a:solidFill>
                <a:latin typeface="+mn-lt"/>
                <a:ea typeface="+mn-lt"/>
                <a:cs typeface="+mn-lt"/>
              </a:defRPr>
            </a:lvl9pPr>
          </a:lstStyle>
          <a:p>
            <a:pPr algn="l">
              <a:buNone/>
            </a:pPr>
            <a:fld id="{38743595-4496-5147-A886-7D133864DF76}" type="slidenum">
              <a:rPr sz="1000" b="0">
                <a:solidFill>
                  <a:schemeClr val="tx2"/>
                </a:solidFill>
                <a:latin typeface="CVS Health Sans Medium"/>
                <a:ea typeface="CVS Health Sans Medium"/>
                <a:cs typeface="CVS Health Sans Medium"/>
              </a:rPr>
              <a:t>‹#›</a:t>
            </a:fld>
            <a:endParaRPr sz="1000" b="0">
              <a:solidFill>
                <a:schemeClr val="tx2"/>
              </a:solidFill>
              <a:latin typeface="CVS Health Sans Medium"/>
              <a:ea typeface="CVS Health Sans Medium"/>
              <a:cs typeface="CVS Health Sans Medium"/>
            </a:endParaRPr>
          </a:p>
        </p:txBody>
      </p:sp>
      <p:sp>
        <p:nvSpPr>
          <p:cNvPr id="11" name="Content Placeholder 8">
            <a:extLst>
              <a:ext uri="{FF2B5EF4-FFF2-40B4-BE49-F238E27FC236}">
                <a16:creationId xmlns:a16="http://schemas.microsoft.com/office/drawing/2014/main" id="{F35D44D1-CF2C-4331-B380-083F7ABF73CB}"/>
              </a:ext>
            </a:extLst>
          </p:cNvPr>
          <p:cNvSpPr>
            <a:spLocks noGrp="1"/>
          </p:cNvSpPr>
          <p:nvPr/>
        </p:nvSpPr>
        <p:spPr>
          <a:xfrm>
            <a:off x="859536" y="6376946"/>
            <a:ext cx="3859212" cy="228600"/>
          </a:xfrm>
          <a:prstGeom prst="rect">
            <a:avLst/>
          </a:prstGeom>
        </p:spPr>
        <p:txBody>
          <a:bodyPr lIns="0" tIns="0" rIns="0" bIns="0" anchor="ctr"/>
          <a:lstStyle>
            <a:lvl1pPr marL="0" indent="0" algn="l">
              <a:spcBef>
                <a:spcPts val="600"/>
              </a:spcBef>
              <a:spcAft>
                <a:spcPts val="0"/>
              </a:spcAft>
              <a:buNone/>
              <a:defRPr sz="800" b="0" i="0">
                <a:solidFill>
                  <a:schemeClr val="tx2"/>
                </a:solidFill>
                <a:latin typeface="Open Sans"/>
                <a:ea typeface="Open Sans"/>
                <a:cs typeface="Open Sans"/>
              </a:defRPr>
            </a:lvl1pPr>
            <a:lvl2pPr marL="200025" indent="-200025" algn="l">
              <a:spcBef>
                <a:spcPts val="600"/>
              </a:spcBef>
              <a:spcAft>
                <a:spcPts val="0"/>
              </a:spcAft>
              <a:buChar char="•"/>
              <a:defRPr sz="1600" b="0" i="0">
                <a:solidFill>
                  <a:schemeClr val="tx2"/>
                </a:solidFill>
                <a:latin typeface="Open Sans Light"/>
                <a:ea typeface="Open Sans Light"/>
                <a:cs typeface="Open Sans Light"/>
              </a:defRPr>
            </a:lvl2pPr>
            <a:lvl3pPr marL="398463" indent="-200025" algn="l">
              <a:spcBef>
                <a:spcPts val="600"/>
              </a:spcBef>
              <a:spcAft>
                <a:spcPts val="0"/>
              </a:spcAft>
              <a:buChar char="−"/>
              <a:defRPr sz="1600" b="0" i="0">
                <a:solidFill>
                  <a:schemeClr val="tx2"/>
                </a:solidFill>
                <a:latin typeface="Open Sans Light"/>
                <a:ea typeface="Open Sans Light"/>
                <a:cs typeface="Open Sans Light"/>
              </a:defRPr>
            </a:lvl3pPr>
            <a:lvl4pPr marL="622300" indent="-200025" algn="l">
              <a:spcBef>
                <a:spcPts val="600"/>
              </a:spcBef>
              <a:spcAft>
                <a:spcPts val="0"/>
              </a:spcAft>
              <a:buChar char="•"/>
              <a:defRPr sz="1600" b="0" i="0">
                <a:solidFill>
                  <a:schemeClr val="tx2"/>
                </a:solidFill>
                <a:latin typeface="Open Sans Light"/>
                <a:ea typeface="Open Sans Light"/>
                <a:cs typeface="Open Sans Light"/>
              </a:defRPr>
            </a:lvl4pPr>
            <a:lvl5pPr marL="806450" indent="-182563" algn="l">
              <a:spcBef>
                <a:spcPts val="600"/>
              </a:spcBef>
              <a:spcAft>
                <a:spcPts val="0"/>
              </a:spcAft>
              <a:buChar char="−"/>
              <a:defRPr sz="1600" b="0" i="0">
                <a:solidFill>
                  <a:schemeClr val="tx2"/>
                </a:solidFill>
                <a:latin typeface="Open Sans Light"/>
                <a:ea typeface="Open Sans Light"/>
                <a:cs typeface="Open Sans Light"/>
              </a:defRPr>
            </a:lvl5pPr>
            <a:lvl6pPr marL="2514600" indent="-228600" algn="l">
              <a:buChar char="•"/>
              <a:defRPr sz="2000">
                <a:solidFill>
                  <a:schemeClr val="tx1"/>
                </a:solidFill>
                <a:latin typeface="+mn-lt"/>
                <a:ea typeface="+mn-lt"/>
                <a:cs typeface="+mn-lt"/>
              </a:defRPr>
            </a:lvl6pPr>
            <a:lvl7pPr marL="2971800" indent="-228600" algn="l">
              <a:buChar char="•"/>
              <a:defRPr sz="2000">
                <a:solidFill>
                  <a:schemeClr val="tx1"/>
                </a:solidFill>
                <a:latin typeface="+mn-lt"/>
                <a:ea typeface="+mn-lt"/>
                <a:cs typeface="+mn-lt"/>
              </a:defRPr>
            </a:lvl7pPr>
            <a:lvl8pPr marL="3429000" indent="-228600" algn="l">
              <a:buChar char="•"/>
              <a:defRPr sz="2000">
                <a:solidFill>
                  <a:schemeClr val="tx1"/>
                </a:solidFill>
                <a:latin typeface="+mn-lt"/>
                <a:ea typeface="+mn-lt"/>
                <a:cs typeface="+mn-lt"/>
              </a:defRPr>
            </a:lvl8pPr>
            <a:lvl9pPr marL="3886200" indent="-228600" algn="l">
              <a:buChar char="•"/>
              <a:defRPr sz="2000">
                <a:solidFill>
                  <a:schemeClr val="tx1"/>
                </a:solidFill>
                <a:latin typeface="+mn-lt"/>
                <a:ea typeface="+mn-lt"/>
                <a:cs typeface="+mn-lt"/>
              </a:defRPr>
            </a:lvl9pPr>
          </a:lstStyle>
          <a:p>
            <a:r>
              <a:rPr>
                <a:solidFill>
                  <a:schemeClr val="tx2"/>
                </a:solidFill>
                <a:latin typeface="+mn-lt"/>
                <a:ea typeface="+mn-lt"/>
                <a:cs typeface="+mn-lt"/>
              </a:rPr>
              <a:t>©2026 CVS Health and/or one of its affiliates. Confidential and proprietary.</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and Infographic Right 2">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272A0B-3F66-4BE5-ABC2-DBBCAA26670E}"/>
              </a:ext>
            </a:extLst>
          </p:cNvPr>
          <p:cNvSpPr>
            <a:spLocks noGrp="1"/>
          </p:cNvSpPr>
          <p:nvPr>
            <p:ph type="title" hasCustomPrompt="1"/>
          </p:nvPr>
        </p:nvSpPr>
        <p:spPr>
          <a:xfrm>
            <a:off x="557784" y="530351"/>
            <a:ext cx="4882896" cy="713232"/>
          </a:xfrm>
        </p:spPr>
        <p:txBody>
          <a:bodyPr/>
          <a:lstStyle>
            <a:lvl1pPr>
              <a:buNone/>
              <a:defRPr>
                <a:solidFill>
                  <a:schemeClr val="tx2"/>
                </a:solidFill>
              </a:defRPr>
            </a:lvl1pPr>
          </a:lstStyle>
          <a:p>
            <a:r>
              <a:t>Click to add title for text and infographic</a:t>
            </a:r>
          </a:p>
        </p:txBody>
      </p:sp>
      <p:sp>
        <p:nvSpPr>
          <p:cNvPr id="4" name="Content Placeholder 2">
            <a:extLst>
              <a:ext uri="{FF2B5EF4-FFF2-40B4-BE49-F238E27FC236}">
                <a16:creationId xmlns:a16="http://schemas.microsoft.com/office/drawing/2014/main" id="{1964CD8D-F9FC-4E28-9F6A-6AB51FF354D5}"/>
              </a:ext>
            </a:extLst>
          </p:cNvPr>
          <p:cNvSpPr>
            <a:spLocks noGrp="1"/>
          </p:cNvSpPr>
          <p:nvPr>
            <p:ph idx="1" hasCustomPrompt="1"/>
          </p:nvPr>
        </p:nvSpPr>
        <p:spPr>
          <a:xfrm>
            <a:off x="557784" y="1767532"/>
            <a:ext cx="4882896" cy="3977640"/>
          </a:xfrm>
        </p:spPr>
        <p:txBody>
          <a:bodyPr/>
          <a:lstStyle>
            <a:lvl1pPr>
              <a:buNone/>
              <a:defRPr cap="none">
                <a:solidFill>
                  <a:schemeClr val="tx2"/>
                </a:solidFill>
              </a:defRPr>
            </a:lvl1pPr>
            <a:lvl2pPr>
              <a:buNone/>
              <a:defRPr>
                <a:solidFill>
                  <a:schemeClr val="tx2"/>
                </a:solidFill>
              </a:defRPr>
            </a:lvl2pPr>
            <a:lvl3pPr>
              <a:buNone/>
              <a:defRPr>
                <a:solidFill>
                  <a:schemeClr val="tx2"/>
                </a:solidFill>
              </a:defRPr>
            </a:lvl3pPr>
            <a:lvl4pPr>
              <a:buNone/>
              <a:defRPr>
                <a:solidFill>
                  <a:schemeClr val="tx2"/>
                </a:solidFill>
              </a:defRPr>
            </a:lvl4pPr>
            <a:lvl5pPr>
              <a:buNone/>
              <a:defRPr>
                <a:solidFill>
                  <a:schemeClr val="tx2"/>
                </a:solidFill>
              </a:defRPr>
            </a:lvl5pPr>
            <a:lvl6pPr>
              <a:buNone/>
              <a:defRPr/>
            </a:lvl6pPr>
            <a:lvl7pPr>
              <a:buNone/>
              <a:defRPr/>
            </a:lvl7pPr>
            <a:lvl8pPr>
              <a:buNone/>
              <a:defRPr/>
            </a:lvl8pPr>
            <a:lvl9pPr>
              <a:buNone/>
              <a:defRPr/>
            </a:lvl9pPr>
          </a:lstStyle>
          <a:p>
            <a:pPr>
              <a:buNone/>
            </a:pPr>
            <a:r>
              <a:t>Body text</a:t>
            </a:r>
          </a:p>
          <a:p>
            <a:pPr>
              <a:buNone/>
            </a:pPr>
            <a:r>
              <a:t>First-level bullet</a:t>
            </a:r>
          </a:p>
          <a:p>
            <a:pPr>
              <a:buNone/>
            </a:pPr>
            <a:r>
              <a:t>Second-level bullet</a:t>
            </a:r>
          </a:p>
          <a:p>
            <a:pPr>
              <a:buNone/>
            </a:pPr>
            <a:r>
              <a:t>Third-level bullet</a:t>
            </a:r>
          </a:p>
          <a:p>
            <a:pPr>
              <a:buNone/>
            </a:pPr>
            <a:r>
              <a:t>Fourth-level bullet</a:t>
            </a:r>
          </a:p>
          <a:p>
            <a:pPr>
              <a:buNone/>
            </a:pPr>
            <a:r>
              <a:t>Fifth-level bullet</a:t>
            </a:r>
          </a:p>
          <a:p>
            <a:pPr>
              <a:buNone/>
            </a:pPr>
            <a:r>
              <a:t>Sixth-level bullet</a:t>
            </a:r>
          </a:p>
          <a:p>
            <a:pPr>
              <a:buNone/>
            </a:pPr>
            <a:r>
              <a:t>Seventh-level bullet</a:t>
            </a:r>
          </a:p>
          <a:p>
            <a:pPr>
              <a:buNone/>
            </a:pPr>
            <a:r>
              <a:t>Eighth-level bullet</a:t>
            </a:r>
          </a:p>
        </p:txBody>
      </p:sp>
      <p:sp>
        <p:nvSpPr>
          <p:cNvPr id="5" name="Rectangle 4">
            <a:extLst>
              <a:ext uri="{FF2B5EF4-FFF2-40B4-BE49-F238E27FC236}">
                <a16:creationId xmlns:a16="http://schemas.microsoft.com/office/drawing/2014/main" id="{2AA3D8E1-3CCE-42A5-88D6-38F615FADD4D}"/>
              </a:ext>
            </a:extLst>
          </p:cNvPr>
          <p:cNvSpPr>
            <a:spLocks noGrp="1"/>
          </p:cNvSpPr>
          <p:nvPr/>
        </p:nvSpPr>
        <p:spPr>
          <a:xfrm>
            <a:off x="6094412" y="0"/>
            <a:ext cx="6094413" cy="6858000"/>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6" name="Graphic 5"/>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51008" y="6373368"/>
            <a:ext cx="1273813" cy="155448"/>
          </a:xfrm>
          <a:prstGeom prst="rect">
            <a:avLst/>
          </a:prstGeom>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and infographic Left 2">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61167E6-91BB-4319-852F-02EF2DA543CE}"/>
              </a:ext>
            </a:extLst>
          </p:cNvPr>
          <p:cNvSpPr>
            <a:spLocks noGrp="1"/>
          </p:cNvSpPr>
          <p:nvPr>
            <p:ph type="title" hasCustomPrompt="1"/>
          </p:nvPr>
        </p:nvSpPr>
        <p:spPr>
          <a:xfrm>
            <a:off x="6731836" y="530351"/>
            <a:ext cx="4882896" cy="713232"/>
          </a:xfrm>
        </p:spPr>
        <p:txBody>
          <a:bodyPr/>
          <a:lstStyle>
            <a:lvl1pPr>
              <a:buNone/>
              <a:defRPr>
                <a:solidFill>
                  <a:schemeClr val="tx2"/>
                </a:solidFill>
              </a:defRPr>
            </a:lvl1pPr>
          </a:lstStyle>
          <a:p>
            <a:r>
              <a:t>Click to add title for text and infographic</a:t>
            </a:r>
          </a:p>
        </p:txBody>
      </p:sp>
      <p:sp>
        <p:nvSpPr>
          <p:cNvPr id="4" name="Content Placeholder 2">
            <a:extLst>
              <a:ext uri="{FF2B5EF4-FFF2-40B4-BE49-F238E27FC236}">
                <a16:creationId xmlns:a16="http://schemas.microsoft.com/office/drawing/2014/main" id="{69A642C1-A41C-40AD-BDFB-B8D181AC8784}"/>
              </a:ext>
            </a:extLst>
          </p:cNvPr>
          <p:cNvSpPr>
            <a:spLocks noGrp="1"/>
          </p:cNvSpPr>
          <p:nvPr>
            <p:ph idx="1" hasCustomPrompt="1"/>
          </p:nvPr>
        </p:nvSpPr>
        <p:spPr>
          <a:xfrm>
            <a:off x="6738938" y="1765300"/>
            <a:ext cx="4882896" cy="3977640"/>
          </a:xfrm>
        </p:spPr>
        <p:txBody>
          <a:bodyPr/>
          <a:lstStyle>
            <a:lvl1pPr>
              <a:buNone/>
              <a:defRPr cap="none">
                <a:solidFill>
                  <a:schemeClr val="tx2"/>
                </a:solidFill>
              </a:defRPr>
            </a:lvl1pPr>
            <a:lvl2pPr>
              <a:buNone/>
              <a:defRPr>
                <a:solidFill>
                  <a:schemeClr val="tx2"/>
                </a:solidFill>
              </a:defRPr>
            </a:lvl2pPr>
            <a:lvl3pPr>
              <a:buNone/>
              <a:defRPr>
                <a:solidFill>
                  <a:schemeClr val="tx2"/>
                </a:solidFill>
              </a:defRPr>
            </a:lvl3pPr>
            <a:lvl4pPr>
              <a:buNone/>
              <a:defRPr>
                <a:solidFill>
                  <a:schemeClr val="tx2"/>
                </a:solidFill>
              </a:defRPr>
            </a:lvl4pPr>
            <a:lvl5pPr>
              <a:buNone/>
              <a:defRPr>
                <a:solidFill>
                  <a:schemeClr val="tx2"/>
                </a:solidFill>
              </a:defRPr>
            </a:lvl5pPr>
            <a:lvl6pPr>
              <a:buNone/>
              <a:defRPr/>
            </a:lvl6pPr>
            <a:lvl7pPr>
              <a:buNone/>
              <a:defRPr/>
            </a:lvl7pPr>
            <a:lvl8pPr>
              <a:buNone/>
              <a:defRPr/>
            </a:lvl8pPr>
            <a:lvl9pPr>
              <a:buNone/>
              <a:defRPr/>
            </a:lvl9pPr>
          </a:lstStyle>
          <a:p>
            <a:pPr>
              <a:buNone/>
            </a:pPr>
            <a:r>
              <a:t>Body text</a:t>
            </a:r>
          </a:p>
          <a:p>
            <a:pPr>
              <a:buNone/>
            </a:pPr>
            <a:r>
              <a:t>First-level bullet</a:t>
            </a:r>
          </a:p>
          <a:p>
            <a:pPr>
              <a:buNone/>
            </a:pPr>
            <a:r>
              <a:t>Second-level bullet</a:t>
            </a:r>
          </a:p>
          <a:p>
            <a:pPr>
              <a:buNone/>
            </a:pPr>
            <a:r>
              <a:t>Third-level bullet</a:t>
            </a:r>
          </a:p>
          <a:p>
            <a:pPr>
              <a:buNone/>
            </a:pPr>
            <a:r>
              <a:t>Fourth-level bullet</a:t>
            </a:r>
          </a:p>
          <a:p>
            <a:pPr>
              <a:buNone/>
            </a:pPr>
            <a:r>
              <a:t>Fifth-level bullet</a:t>
            </a:r>
          </a:p>
          <a:p>
            <a:pPr>
              <a:buNone/>
            </a:pPr>
            <a:r>
              <a:t>Sixth-level bullet</a:t>
            </a:r>
          </a:p>
          <a:p>
            <a:pPr>
              <a:buNone/>
            </a:pPr>
            <a:r>
              <a:t>Seventh-level bullet</a:t>
            </a:r>
          </a:p>
          <a:p>
            <a:pPr>
              <a:buNone/>
            </a:pPr>
            <a:r>
              <a:t>Eighth-level bullet</a:t>
            </a:r>
          </a:p>
        </p:txBody>
      </p:sp>
      <p:sp>
        <p:nvSpPr>
          <p:cNvPr id="5" name="Rectangle 4">
            <a:extLst>
              <a:ext uri="{FF2B5EF4-FFF2-40B4-BE49-F238E27FC236}">
                <a16:creationId xmlns:a16="http://schemas.microsoft.com/office/drawing/2014/main" id="{12FD3486-B3F5-43BE-9108-5DEA0679272C}"/>
              </a:ext>
            </a:extLst>
          </p:cNvPr>
          <p:cNvSpPr>
            <a:spLocks noGrp="1"/>
          </p:cNvSpPr>
          <p:nvPr/>
        </p:nvSpPr>
        <p:spPr>
          <a:xfrm>
            <a:off x="-1" y="0"/>
            <a:ext cx="6094413" cy="6858000"/>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Content Placeholder 8">
            <a:extLst>
              <a:ext uri="{FF2B5EF4-FFF2-40B4-BE49-F238E27FC236}">
                <a16:creationId xmlns:a16="http://schemas.microsoft.com/office/drawing/2014/main" id="{535CA040-9CF0-49AA-B5D4-DC4BFA2479C1}"/>
              </a:ext>
            </a:extLst>
          </p:cNvPr>
          <p:cNvSpPr>
            <a:spLocks noGrp="1"/>
          </p:cNvSpPr>
          <p:nvPr/>
        </p:nvSpPr>
        <p:spPr>
          <a:xfrm>
            <a:off x="557784" y="6367487"/>
            <a:ext cx="352367" cy="228600"/>
          </a:xfrm>
          <a:prstGeom prst="rect">
            <a:avLst/>
          </a:prstGeom>
        </p:spPr>
        <p:txBody>
          <a:bodyPr lIns="0" rIns="0" anchor="ctr"/>
          <a:lstStyle>
            <a:lvl1pPr marL="0" indent="0" algn="l">
              <a:spcBef>
                <a:spcPts val="600"/>
              </a:spcBef>
              <a:spcAft>
                <a:spcPts val="0"/>
              </a:spcAft>
              <a:buNone/>
              <a:defRPr sz="800" b="0" i="0">
                <a:solidFill>
                  <a:schemeClr val="tx2"/>
                </a:solidFill>
                <a:latin typeface="Open Sans"/>
                <a:ea typeface="Open Sans"/>
                <a:cs typeface="Open Sans"/>
              </a:defRPr>
            </a:lvl1pPr>
            <a:lvl2pPr marL="200025" indent="-200025" algn="l">
              <a:spcBef>
                <a:spcPts val="600"/>
              </a:spcBef>
              <a:spcAft>
                <a:spcPts val="0"/>
              </a:spcAft>
              <a:buChar char="•"/>
              <a:defRPr sz="1600" b="0" i="0">
                <a:solidFill>
                  <a:schemeClr val="tx2"/>
                </a:solidFill>
                <a:latin typeface="Open Sans Light"/>
                <a:ea typeface="Open Sans Light"/>
                <a:cs typeface="Open Sans Light"/>
              </a:defRPr>
            </a:lvl2pPr>
            <a:lvl3pPr marL="398463" indent="-200025" algn="l">
              <a:spcBef>
                <a:spcPts val="600"/>
              </a:spcBef>
              <a:spcAft>
                <a:spcPts val="0"/>
              </a:spcAft>
              <a:buChar char="−"/>
              <a:defRPr sz="1600" b="0" i="0">
                <a:solidFill>
                  <a:schemeClr val="tx2"/>
                </a:solidFill>
                <a:latin typeface="Open Sans Light"/>
                <a:ea typeface="Open Sans Light"/>
                <a:cs typeface="Open Sans Light"/>
              </a:defRPr>
            </a:lvl3pPr>
            <a:lvl4pPr marL="622300" indent="-200025" algn="l">
              <a:spcBef>
                <a:spcPts val="600"/>
              </a:spcBef>
              <a:spcAft>
                <a:spcPts val="0"/>
              </a:spcAft>
              <a:buChar char="•"/>
              <a:defRPr sz="1600" b="0" i="0">
                <a:solidFill>
                  <a:schemeClr val="tx2"/>
                </a:solidFill>
                <a:latin typeface="Open Sans Light"/>
                <a:ea typeface="Open Sans Light"/>
                <a:cs typeface="Open Sans Light"/>
              </a:defRPr>
            </a:lvl4pPr>
            <a:lvl5pPr marL="806450" indent="-182563" algn="l">
              <a:spcBef>
                <a:spcPts val="600"/>
              </a:spcBef>
              <a:spcAft>
                <a:spcPts val="0"/>
              </a:spcAft>
              <a:buChar char="−"/>
              <a:defRPr sz="1600" b="0" i="0">
                <a:solidFill>
                  <a:schemeClr val="tx2"/>
                </a:solidFill>
                <a:latin typeface="Open Sans Light"/>
                <a:ea typeface="Open Sans Light"/>
                <a:cs typeface="Open Sans Light"/>
              </a:defRPr>
            </a:lvl5pPr>
            <a:lvl6pPr marL="2514600" indent="-228600" algn="l">
              <a:buChar char="•"/>
              <a:defRPr sz="2000">
                <a:solidFill>
                  <a:schemeClr val="tx1"/>
                </a:solidFill>
                <a:latin typeface="+mn-lt"/>
                <a:ea typeface="+mn-lt"/>
                <a:cs typeface="+mn-lt"/>
              </a:defRPr>
            </a:lvl6pPr>
            <a:lvl7pPr marL="2971800" indent="-228600" algn="l">
              <a:buChar char="•"/>
              <a:defRPr sz="2000">
                <a:solidFill>
                  <a:schemeClr val="tx1"/>
                </a:solidFill>
                <a:latin typeface="+mn-lt"/>
                <a:ea typeface="+mn-lt"/>
                <a:cs typeface="+mn-lt"/>
              </a:defRPr>
            </a:lvl7pPr>
            <a:lvl8pPr marL="3429000" indent="-228600" algn="l">
              <a:buChar char="•"/>
              <a:defRPr sz="2000">
                <a:solidFill>
                  <a:schemeClr val="tx1"/>
                </a:solidFill>
                <a:latin typeface="+mn-lt"/>
                <a:ea typeface="+mn-lt"/>
                <a:cs typeface="+mn-lt"/>
              </a:defRPr>
            </a:lvl8pPr>
            <a:lvl9pPr marL="3886200" indent="-228600" algn="l">
              <a:buChar char="•"/>
              <a:defRPr sz="2000">
                <a:solidFill>
                  <a:schemeClr val="tx1"/>
                </a:solidFill>
                <a:latin typeface="+mn-lt"/>
                <a:ea typeface="+mn-lt"/>
                <a:cs typeface="+mn-lt"/>
              </a:defRPr>
            </a:lvl9pPr>
          </a:lstStyle>
          <a:p>
            <a:pPr algn="l">
              <a:buNone/>
            </a:pPr>
            <a:fld id="{38743595-4496-5147-A886-7D133864DF76}" type="slidenum">
              <a:rPr sz="1000" b="0">
                <a:solidFill>
                  <a:schemeClr val="tx2"/>
                </a:solidFill>
                <a:latin typeface="CVS Health Sans Medium"/>
                <a:ea typeface="CVS Health Sans Medium"/>
                <a:cs typeface="CVS Health Sans Medium"/>
              </a:rPr>
              <a:t>‹#›</a:t>
            </a:fld>
            <a:endParaRPr sz="1000" b="0">
              <a:solidFill>
                <a:schemeClr val="tx2"/>
              </a:solidFill>
              <a:latin typeface="CVS Health Sans Medium"/>
              <a:ea typeface="CVS Health Sans Medium"/>
              <a:cs typeface="CVS Health Sans Medium"/>
            </a:endParaRPr>
          </a:p>
        </p:txBody>
      </p:sp>
      <p:sp>
        <p:nvSpPr>
          <p:cNvPr id="7" name="Content Placeholder 8">
            <a:extLst>
              <a:ext uri="{FF2B5EF4-FFF2-40B4-BE49-F238E27FC236}">
                <a16:creationId xmlns:a16="http://schemas.microsoft.com/office/drawing/2014/main" id="{3B4598AE-016B-45A4-877F-62C42E458969}"/>
              </a:ext>
            </a:extLst>
          </p:cNvPr>
          <p:cNvSpPr>
            <a:spLocks noGrp="1"/>
          </p:cNvSpPr>
          <p:nvPr/>
        </p:nvSpPr>
        <p:spPr>
          <a:xfrm>
            <a:off x="859536" y="6376946"/>
            <a:ext cx="3859212" cy="228600"/>
          </a:xfrm>
          <a:prstGeom prst="rect">
            <a:avLst/>
          </a:prstGeom>
        </p:spPr>
        <p:txBody>
          <a:bodyPr lIns="0" tIns="0" rIns="0" bIns="0" anchor="ctr"/>
          <a:lstStyle>
            <a:lvl1pPr marL="0" indent="0" algn="l">
              <a:spcBef>
                <a:spcPts val="600"/>
              </a:spcBef>
              <a:spcAft>
                <a:spcPts val="0"/>
              </a:spcAft>
              <a:buNone/>
              <a:defRPr sz="800" b="0" i="0">
                <a:solidFill>
                  <a:schemeClr val="tx2"/>
                </a:solidFill>
                <a:latin typeface="Open Sans"/>
                <a:ea typeface="Open Sans"/>
                <a:cs typeface="Open Sans"/>
              </a:defRPr>
            </a:lvl1pPr>
            <a:lvl2pPr marL="200025" indent="-200025" algn="l">
              <a:spcBef>
                <a:spcPts val="600"/>
              </a:spcBef>
              <a:spcAft>
                <a:spcPts val="0"/>
              </a:spcAft>
              <a:buChar char="•"/>
              <a:defRPr sz="1600" b="0" i="0">
                <a:solidFill>
                  <a:schemeClr val="tx2"/>
                </a:solidFill>
                <a:latin typeface="Open Sans Light"/>
                <a:ea typeface="Open Sans Light"/>
                <a:cs typeface="Open Sans Light"/>
              </a:defRPr>
            </a:lvl2pPr>
            <a:lvl3pPr marL="398463" indent="-200025" algn="l">
              <a:spcBef>
                <a:spcPts val="600"/>
              </a:spcBef>
              <a:spcAft>
                <a:spcPts val="0"/>
              </a:spcAft>
              <a:buChar char="−"/>
              <a:defRPr sz="1600" b="0" i="0">
                <a:solidFill>
                  <a:schemeClr val="tx2"/>
                </a:solidFill>
                <a:latin typeface="Open Sans Light"/>
                <a:ea typeface="Open Sans Light"/>
                <a:cs typeface="Open Sans Light"/>
              </a:defRPr>
            </a:lvl3pPr>
            <a:lvl4pPr marL="622300" indent="-200025" algn="l">
              <a:spcBef>
                <a:spcPts val="600"/>
              </a:spcBef>
              <a:spcAft>
                <a:spcPts val="0"/>
              </a:spcAft>
              <a:buChar char="•"/>
              <a:defRPr sz="1600" b="0" i="0">
                <a:solidFill>
                  <a:schemeClr val="tx2"/>
                </a:solidFill>
                <a:latin typeface="Open Sans Light"/>
                <a:ea typeface="Open Sans Light"/>
                <a:cs typeface="Open Sans Light"/>
              </a:defRPr>
            </a:lvl4pPr>
            <a:lvl5pPr marL="806450" indent="-182563" algn="l">
              <a:spcBef>
                <a:spcPts val="600"/>
              </a:spcBef>
              <a:spcAft>
                <a:spcPts val="0"/>
              </a:spcAft>
              <a:buChar char="−"/>
              <a:defRPr sz="1600" b="0" i="0">
                <a:solidFill>
                  <a:schemeClr val="tx2"/>
                </a:solidFill>
                <a:latin typeface="Open Sans Light"/>
                <a:ea typeface="Open Sans Light"/>
                <a:cs typeface="Open Sans Light"/>
              </a:defRPr>
            </a:lvl5pPr>
            <a:lvl6pPr marL="2514600" indent="-228600" algn="l">
              <a:buChar char="•"/>
              <a:defRPr sz="2000">
                <a:solidFill>
                  <a:schemeClr val="tx1"/>
                </a:solidFill>
                <a:latin typeface="+mn-lt"/>
                <a:ea typeface="+mn-lt"/>
                <a:cs typeface="+mn-lt"/>
              </a:defRPr>
            </a:lvl6pPr>
            <a:lvl7pPr marL="2971800" indent="-228600" algn="l">
              <a:buChar char="•"/>
              <a:defRPr sz="2000">
                <a:solidFill>
                  <a:schemeClr val="tx1"/>
                </a:solidFill>
                <a:latin typeface="+mn-lt"/>
                <a:ea typeface="+mn-lt"/>
                <a:cs typeface="+mn-lt"/>
              </a:defRPr>
            </a:lvl7pPr>
            <a:lvl8pPr marL="3429000" indent="-228600" algn="l">
              <a:buChar char="•"/>
              <a:defRPr sz="2000">
                <a:solidFill>
                  <a:schemeClr val="tx1"/>
                </a:solidFill>
                <a:latin typeface="+mn-lt"/>
                <a:ea typeface="+mn-lt"/>
                <a:cs typeface="+mn-lt"/>
              </a:defRPr>
            </a:lvl8pPr>
            <a:lvl9pPr marL="3886200" indent="-228600" algn="l">
              <a:buChar char="•"/>
              <a:defRPr sz="2000">
                <a:solidFill>
                  <a:schemeClr val="tx1"/>
                </a:solidFill>
                <a:latin typeface="+mn-lt"/>
                <a:ea typeface="+mn-lt"/>
                <a:cs typeface="+mn-lt"/>
              </a:defRPr>
            </a:lvl9pPr>
          </a:lstStyle>
          <a:p>
            <a:r>
              <a:rPr>
                <a:solidFill>
                  <a:schemeClr val="tx2"/>
                </a:solidFill>
                <a:latin typeface="+mn-lt"/>
                <a:ea typeface="+mn-lt"/>
                <a:cs typeface="+mn-lt"/>
              </a:rPr>
              <a:t>©2026 CVS Health and/or one of its affiliates. Confidential and proprietary.</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Quote or high impact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507FD-CAE7-43AB-ADC7-22FBD8FCC493}"/>
              </a:ext>
            </a:extLst>
          </p:cNvPr>
          <p:cNvSpPr>
            <a:spLocks noGrp="1"/>
          </p:cNvSpPr>
          <p:nvPr>
            <p:ph type="title" hasCustomPrompt="1"/>
          </p:nvPr>
        </p:nvSpPr>
        <p:spPr>
          <a:xfrm>
            <a:off x="557784" y="1764792"/>
            <a:ext cx="4700016" cy="1463040"/>
          </a:xfrm>
        </p:spPr>
        <p:txBody>
          <a:bodyPr rIns="0" anchor="b"/>
          <a:lstStyle>
            <a:lvl1pPr marL="171450" indent="-171450">
              <a:lnSpc>
                <a:spcPct val="95000"/>
              </a:lnSpc>
              <a:buNone/>
              <a:defRPr>
                <a:solidFill>
                  <a:schemeClr val="tx2"/>
                </a:solidFill>
              </a:defRPr>
            </a:lvl1pPr>
          </a:lstStyle>
          <a:p>
            <a:r>
              <a:t>“	Click to add quote with image. Image should reflect the content of the quote.”</a:t>
            </a:r>
          </a:p>
        </p:txBody>
      </p:sp>
      <p:sp>
        <p:nvSpPr>
          <p:cNvPr id="7" name="Text Placeholder 7">
            <a:extLst>
              <a:ext uri="{FF2B5EF4-FFF2-40B4-BE49-F238E27FC236}">
                <a16:creationId xmlns:a16="http://schemas.microsoft.com/office/drawing/2014/main" id="{9B722800-BF6A-4FA2-8F5B-598FB160C2FB}"/>
              </a:ext>
            </a:extLst>
          </p:cNvPr>
          <p:cNvSpPr>
            <a:spLocks noGrp="1"/>
          </p:cNvSpPr>
          <p:nvPr>
            <p:ph type="body" idx="13" hasCustomPrompt="1"/>
          </p:nvPr>
        </p:nvSpPr>
        <p:spPr>
          <a:xfrm>
            <a:off x="713232" y="3590382"/>
            <a:ext cx="4572000" cy="161925"/>
          </a:xfrm>
          <a:prstGeom prst="rect">
            <a:avLst/>
          </a:prstGeom>
          <a:noFill/>
        </p:spPr>
        <p:txBody>
          <a:bodyPr>
            <a:noAutofit/>
          </a:bodyPr>
          <a:lstStyle>
            <a:lvl1pPr>
              <a:buNone/>
              <a:defRPr sz="1300" cap="none">
                <a:solidFill>
                  <a:schemeClr val="tx2"/>
                </a:solidFill>
              </a:defRPr>
            </a:lvl1pPr>
          </a:lstStyle>
          <a:p>
            <a:pPr>
              <a:buNone/>
            </a:pPr>
            <a:r>
              <a:t>Click to add author</a:t>
            </a:r>
          </a:p>
        </p:txBody>
      </p:sp>
      <p:sp>
        <p:nvSpPr>
          <p:cNvPr id="4" name="Picture Placeholder 6">
            <a:extLst>
              <a:ext uri="{FF2B5EF4-FFF2-40B4-BE49-F238E27FC236}">
                <a16:creationId xmlns:a16="http://schemas.microsoft.com/office/drawing/2014/main" id="{12697E3D-9970-40A4-9967-1A38ED528B30}"/>
              </a:ext>
            </a:extLst>
          </p:cNvPr>
          <p:cNvSpPr>
            <a:spLocks noGrp="1"/>
          </p:cNvSpPr>
          <p:nvPr>
            <p:ph type="pic" idx="16" hasCustomPrompt="1"/>
          </p:nvPr>
        </p:nvSpPr>
        <p:spPr>
          <a:xfrm>
            <a:off x="6094412" y="0"/>
            <a:ext cx="6094413" cy="6858000"/>
          </a:xfrm>
          <a:prstGeom prst="rect">
            <a:avLst/>
          </a:prstGeom>
          <a:solidFill>
            <a:schemeClr val="bg1">
              <a:lumMod val="85000"/>
            </a:schemeClr>
          </a:solidFill>
        </p:spPr>
        <p:txBody>
          <a:bodyPr anchor="ctr"/>
          <a:lstStyle>
            <a:lvl1pPr algn="ctr">
              <a:spcBef>
                <a:spcPts val="0"/>
              </a:spcBef>
              <a:spcAft>
                <a:spcPts val="0"/>
              </a:spcAft>
              <a:buNone/>
              <a:defRPr sz="6600" b="1">
                <a:solidFill>
                  <a:schemeClr val="bg2"/>
                </a:solidFill>
              </a:defRPr>
            </a:lvl1pPr>
          </a:lstStyle>
          <a:p>
            <a:br/>
            <a:r>
              <a:t>IMAGE</a:t>
            </a:r>
            <a:br/>
            <a:br/>
            <a:br/>
            <a:endParaRPr/>
          </a:p>
        </p:txBody>
      </p:sp>
      <p:pic>
        <p:nvPicPr>
          <p:cNvPr id="9" name="Graphic 4"/>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51008" y="6373368"/>
            <a:ext cx="1273813" cy="155448"/>
          </a:xfrm>
          <a:prstGeom prst="rect">
            <a:avLst/>
          </a:prstGeom>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Quote or high impac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FC841-116E-41E2-B6EB-D80FAB80EE4C}"/>
              </a:ext>
            </a:extLst>
          </p:cNvPr>
          <p:cNvSpPr>
            <a:spLocks noGrp="1"/>
          </p:cNvSpPr>
          <p:nvPr>
            <p:ph type="title" hasCustomPrompt="1"/>
          </p:nvPr>
        </p:nvSpPr>
        <p:spPr>
          <a:xfrm>
            <a:off x="2512213" y="2180108"/>
            <a:ext cx="7168896" cy="1463040"/>
          </a:xfrm>
        </p:spPr>
        <p:txBody>
          <a:bodyPr rIns="0"/>
          <a:lstStyle>
            <a:lvl1pPr>
              <a:buNone/>
              <a:defRPr>
                <a:solidFill>
                  <a:schemeClr val="tx2"/>
                </a:solidFill>
              </a:defRPr>
            </a:lvl1pPr>
          </a:lstStyle>
          <a:p>
            <a:r>
              <a:t>Click to add quote.</a:t>
            </a:r>
          </a:p>
        </p:txBody>
      </p:sp>
      <p:sp>
        <p:nvSpPr>
          <p:cNvPr id="7" name="Text Placeholder 7">
            <a:extLst>
              <a:ext uri="{FF2B5EF4-FFF2-40B4-BE49-F238E27FC236}">
                <a16:creationId xmlns:a16="http://schemas.microsoft.com/office/drawing/2014/main" id="{9B722800-BF6A-4FA2-8F5B-598FB160C2FB}"/>
              </a:ext>
            </a:extLst>
          </p:cNvPr>
          <p:cNvSpPr>
            <a:spLocks noGrp="1"/>
          </p:cNvSpPr>
          <p:nvPr>
            <p:ph type="body" idx="13" hasCustomPrompt="1"/>
          </p:nvPr>
        </p:nvSpPr>
        <p:spPr>
          <a:xfrm>
            <a:off x="2512213" y="4020921"/>
            <a:ext cx="4572000" cy="161925"/>
          </a:xfrm>
          <a:prstGeom prst="rect">
            <a:avLst/>
          </a:prstGeom>
          <a:noFill/>
        </p:spPr>
        <p:txBody>
          <a:bodyPr>
            <a:noAutofit/>
          </a:bodyPr>
          <a:lstStyle>
            <a:lvl1pPr>
              <a:buNone/>
              <a:defRPr sz="1300" cap="all">
                <a:solidFill>
                  <a:schemeClr val="tx2"/>
                </a:solidFill>
              </a:defRPr>
            </a:lvl1pPr>
          </a:lstStyle>
          <a:p>
            <a:pPr>
              <a:buNone/>
            </a:pPr>
            <a:r>
              <a:t>click to add AUTHOR</a:t>
            </a: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Next steps">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5CE5400-9551-4441-A3A1-727FA1855083}"/>
              </a:ext>
            </a:extLst>
          </p:cNvPr>
          <p:cNvSpPr>
            <a:spLocks noGrp="1"/>
          </p:cNvSpPr>
          <p:nvPr>
            <p:ph type="title" hasCustomPrompt="1"/>
          </p:nvPr>
        </p:nvSpPr>
        <p:spPr>
          <a:xfrm>
            <a:off x="557784" y="530351"/>
            <a:ext cx="9665208" cy="713232"/>
          </a:xfrm>
        </p:spPr>
        <p:txBody>
          <a:bodyPr/>
          <a:lstStyle>
            <a:lvl1pPr>
              <a:buNone/>
              <a:defRPr sz="4800">
                <a:solidFill>
                  <a:schemeClr val="accent6"/>
                </a:solidFill>
              </a:defRPr>
            </a:lvl1pPr>
          </a:lstStyle>
          <a:p>
            <a:r>
              <a:t>Next steps</a:t>
            </a:r>
          </a:p>
        </p:txBody>
      </p:sp>
      <p:sp>
        <p:nvSpPr>
          <p:cNvPr id="5" name="Content Placeholder 2">
            <a:extLst>
              <a:ext uri="{FF2B5EF4-FFF2-40B4-BE49-F238E27FC236}">
                <a16:creationId xmlns:a16="http://schemas.microsoft.com/office/drawing/2014/main" id="{BB5F21EA-F3AD-4435-BCF1-90719DDE051A}"/>
              </a:ext>
            </a:extLst>
          </p:cNvPr>
          <p:cNvSpPr>
            <a:spLocks noGrp="1"/>
          </p:cNvSpPr>
          <p:nvPr>
            <p:ph idx="1" hasCustomPrompt="1"/>
          </p:nvPr>
        </p:nvSpPr>
        <p:spPr>
          <a:xfrm>
            <a:off x="1970122" y="2110424"/>
            <a:ext cx="2505456" cy="3630620"/>
          </a:xfrm>
        </p:spPr>
        <p:txBody>
          <a:bodyPr vert="horz" lIns="0" tIns="0" rIns="0" bIns="0">
            <a:noAutofit/>
          </a:bodyPr>
          <a:lstStyle>
            <a:lvl1pPr algn="ctr">
              <a:lnSpc>
                <a:spcPct val="100000"/>
              </a:lnSpc>
              <a:buNone/>
              <a:defRPr sz="3200" b="1" cap="none">
                <a:solidFill>
                  <a:schemeClr val="accent2"/>
                </a:solidFill>
                <a:latin typeface="+mn-lt"/>
                <a:ea typeface="+mn-lt"/>
                <a:cs typeface="+mn-lt"/>
              </a:defRPr>
            </a:lvl1pPr>
            <a:lvl2pPr marL="0" indent="0" algn="ctr">
              <a:spcBef>
                <a:spcPts val="4200"/>
              </a:spcBef>
              <a:buNone/>
              <a:defRPr sz="1300">
                <a:solidFill>
                  <a:schemeClr val="tx2"/>
                </a:solidFill>
              </a:defRPr>
            </a:lvl2pPr>
            <a:lvl3pPr marL="174625" indent="-174625" algn="l">
              <a:spcBef>
                <a:spcPts val="1200"/>
              </a:spcBef>
              <a:buChar char="•"/>
              <a:defRPr sz="1300">
                <a:solidFill>
                  <a:schemeClr val="tx2"/>
                </a:solidFill>
              </a:defRPr>
            </a:lvl3pPr>
            <a:lvl4pPr marL="347663" indent="-173038" algn="l">
              <a:buChar char="–"/>
              <a:defRPr sz="1300">
                <a:solidFill>
                  <a:schemeClr val="tx2"/>
                </a:solidFill>
              </a:defRPr>
            </a:lvl4pPr>
            <a:lvl5pPr marL="511175" indent="-163513" algn="l">
              <a:buChar char="•"/>
              <a:defRPr sz="1300">
                <a:solidFill>
                  <a:schemeClr val="tx2"/>
                </a:solidFill>
              </a:defRPr>
            </a:lvl5pPr>
            <a:lvl6pPr marL="685800" indent="-174625" algn="l">
              <a:buChar char="–"/>
              <a:defRPr sz="1300">
                <a:solidFill>
                  <a:schemeClr val="tx2"/>
                </a:solidFill>
              </a:defRPr>
            </a:lvl6pPr>
            <a:lvl7pPr marL="860425" indent="-173038" algn="l">
              <a:buChar char="•"/>
              <a:defRPr sz="1300"/>
            </a:lvl7pPr>
            <a:lvl8pPr marL="1031875" indent="-171450" algn="l">
              <a:buChar char="–"/>
              <a:defRPr sz="1300"/>
            </a:lvl8pPr>
            <a:lvl9pPr marL="1203325" indent="-171450" algn="l">
              <a:buChar char="•"/>
              <a:defRPr sz="1300"/>
            </a:lvl9pPr>
          </a:lstStyle>
          <a:p>
            <a:pPr marL="0" indent="0" algn="ctr">
              <a:lnSpc>
                <a:spcPct val="108000"/>
              </a:lnSpc>
              <a:spcBef>
                <a:spcPts val="1800"/>
              </a:spcBef>
              <a:buNone/>
            </a:pPr>
            <a:r>
              <a:t>1</a:t>
            </a:r>
          </a:p>
          <a:p>
            <a:pPr>
              <a:buNone/>
            </a:pPr>
            <a:r>
              <a:t>Body text</a:t>
            </a:r>
          </a:p>
          <a:p>
            <a:pPr>
              <a:buNone/>
            </a:pPr>
            <a:r>
              <a:t>First-level</a:t>
            </a:r>
          </a:p>
          <a:p>
            <a:pPr>
              <a:buNone/>
            </a:pPr>
            <a:r>
              <a:t>Second-level</a:t>
            </a:r>
          </a:p>
          <a:p>
            <a:pPr>
              <a:buNone/>
            </a:pPr>
            <a:r>
              <a:t>Third-level</a:t>
            </a:r>
          </a:p>
          <a:p>
            <a:pPr>
              <a:buNone/>
            </a:pPr>
            <a:r>
              <a:t>Fourth-level</a:t>
            </a:r>
          </a:p>
          <a:p>
            <a:pPr>
              <a:buNone/>
            </a:pPr>
            <a:r>
              <a:t>Fifth-level</a:t>
            </a:r>
          </a:p>
          <a:p>
            <a:pPr>
              <a:buNone/>
            </a:pPr>
            <a:r>
              <a:t>Sixth-level</a:t>
            </a:r>
          </a:p>
          <a:p>
            <a:pPr>
              <a:buNone/>
            </a:pPr>
            <a:r>
              <a:t>Seventh-level</a:t>
            </a:r>
          </a:p>
        </p:txBody>
      </p:sp>
      <p:sp>
        <p:nvSpPr>
          <p:cNvPr id="6" name="Content Placeholder 2">
            <a:extLst>
              <a:ext uri="{FF2B5EF4-FFF2-40B4-BE49-F238E27FC236}">
                <a16:creationId xmlns:a16="http://schemas.microsoft.com/office/drawing/2014/main" id="{93752F31-9A49-42C9-A139-0F88DE9033FA}"/>
              </a:ext>
            </a:extLst>
          </p:cNvPr>
          <p:cNvSpPr>
            <a:spLocks noGrp="1"/>
          </p:cNvSpPr>
          <p:nvPr>
            <p:ph idx="10" hasCustomPrompt="1"/>
          </p:nvPr>
        </p:nvSpPr>
        <p:spPr>
          <a:xfrm>
            <a:off x="4818888" y="2110424"/>
            <a:ext cx="2505456" cy="3630620"/>
          </a:xfrm>
        </p:spPr>
        <p:txBody>
          <a:bodyPr vert="horz" lIns="0" tIns="0" rIns="0" bIns="0">
            <a:noAutofit/>
          </a:bodyPr>
          <a:lstStyle>
            <a:lvl1pPr algn="ctr">
              <a:lnSpc>
                <a:spcPct val="100000"/>
              </a:lnSpc>
              <a:buNone/>
              <a:defRPr sz="3200" b="1" cap="none">
                <a:solidFill>
                  <a:schemeClr val="accent2"/>
                </a:solidFill>
                <a:latin typeface="+mn-lt"/>
                <a:ea typeface="+mn-lt"/>
                <a:cs typeface="+mn-lt"/>
              </a:defRPr>
            </a:lvl1pPr>
            <a:lvl2pPr marL="0" indent="0" algn="ctr">
              <a:spcBef>
                <a:spcPts val="4200"/>
              </a:spcBef>
              <a:buNone/>
              <a:defRPr sz="1300">
                <a:solidFill>
                  <a:schemeClr val="tx2"/>
                </a:solidFill>
              </a:defRPr>
            </a:lvl2pPr>
            <a:lvl3pPr marL="174625" indent="-174625" algn="l">
              <a:spcBef>
                <a:spcPts val="1200"/>
              </a:spcBef>
              <a:buChar char="•"/>
              <a:defRPr sz="1300">
                <a:solidFill>
                  <a:schemeClr val="tx2"/>
                </a:solidFill>
              </a:defRPr>
            </a:lvl3pPr>
            <a:lvl4pPr marL="347663" indent="-173038" algn="l">
              <a:buChar char="–"/>
              <a:defRPr sz="1300">
                <a:solidFill>
                  <a:schemeClr val="tx2"/>
                </a:solidFill>
              </a:defRPr>
            </a:lvl4pPr>
            <a:lvl5pPr marL="511175" indent="-163513" algn="l">
              <a:buChar char="•"/>
              <a:defRPr sz="1300">
                <a:solidFill>
                  <a:schemeClr val="tx2"/>
                </a:solidFill>
              </a:defRPr>
            </a:lvl5pPr>
            <a:lvl6pPr marL="685800" indent="-174625" algn="l">
              <a:buChar char="–"/>
              <a:defRPr sz="1300">
                <a:solidFill>
                  <a:schemeClr val="tx2"/>
                </a:solidFill>
              </a:defRPr>
            </a:lvl6pPr>
            <a:lvl7pPr marL="860425" indent="-173038" algn="l">
              <a:buChar char="•"/>
              <a:defRPr sz="1300"/>
            </a:lvl7pPr>
            <a:lvl8pPr marL="1031875" indent="-171450" algn="l">
              <a:buChar char="–"/>
              <a:defRPr sz="1300"/>
            </a:lvl8pPr>
            <a:lvl9pPr marL="1203325" indent="-171450" algn="l">
              <a:buChar char="•"/>
              <a:defRPr sz="1300"/>
            </a:lvl9pPr>
          </a:lstStyle>
          <a:p>
            <a:pPr marL="0" indent="0" algn="ctr">
              <a:lnSpc>
                <a:spcPct val="108000"/>
              </a:lnSpc>
              <a:spcBef>
                <a:spcPts val="1800"/>
              </a:spcBef>
              <a:buNone/>
            </a:pPr>
            <a:r>
              <a:t>2</a:t>
            </a:r>
          </a:p>
          <a:p>
            <a:pPr>
              <a:buNone/>
            </a:pPr>
            <a:r>
              <a:t>Body text</a:t>
            </a:r>
          </a:p>
          <a:p>
            <a:pPr>
              <a:buNone/>
            </a:pPr>
            <a:r>
              <a:t>First-level</a:t>
            </a:r>
          </a:p>
          <a:p>
            <a:pPr>
              <a:buNone/>
            </a:pPr>
            <a:r>
              <a:t>Second-level</a:t>
            </a:r>
          </a:p>
          <a:p>
            <a:pPr>
              <a:buNone/>
            </a:pPr>
            <a:r>
              <a:t>Third-level</a:t>
            </a:r>
          </a:p>
          <a:p>
            <a:pPr>
              <a:buNone/>
            </a:pPr>
            <a:r>
              <a:t>Fourth-level</a:t>
            </a:r>
          </a:p>
          <a:p>
            <a:pPr>
              <a:buNone/>
            </a:pPr>
            <a:r>
              <a:t>Fifth-level</a:t>
            </a:r>
          </a:p>
          <a:p>
            <a:pPr>
              <a:buNone/>
            </a:pPr>
            <a:r>
              <a:t>Sixth-level</a:t>
            </a:r>
          </a:p>
          <a:p>
            <a:pPr>
              <a:buNone/>
            </a:pPr>
            <a:r>
              <a:t>Seventh-level</a:t>
            </a:r>
          </a:p>
        </p:txBody>
      </p:sp>
      <p:sp>
        <p:nvSpPr>
          <p:cNvPr id="10" name="Content Placeholder 2">
            <a:extLst>
              <a:ext uri="{FF2B5EF4-FFF2-40B4-BE49-F238E27FC236}">
                <a16:creationId xmlns:a16="http://schemas.microsoft.com/office/drawing/2014/main" id="{339C4B5B-BA5C-425D-907A-DD1128FDE952}"/>
              </a:ext>
            </a:extLst>
          </p:cNvPr>
          <p:cNvSpPr>
            <a:spLocks noGrp="1"/>
          </p:cNvSpPr>
          <p:nvPr>
            <p:ph idx="11" hasCustomPrompt="1"/>
          </p:nvPr>
        </p:nvSpPr>
        <p:spPr>
          <a:xfrm>
            <a:off x="7662672" y="2110424"/>
            <a:ext cx="2505456" cy="3630620"/>
          </a:xfrm>
        </p:spPr>
        <p:txBody>
          <a:bodyPr vert="horz" lIns="0" tIns="0" rIns="0" bIns="0">
            <a:noAutofit/>
          </a:bodyPr>
          <a:lstStyle>
            <a:lvl1pPr algn="ctr">
              <a:lnSpc>
                <a:spcPct val="105000"/>
              </a:lnSpc>
              <a:buNone/>
              <a:defRPr sz="3200" b="1" cap="none">
                <a:solidFill>
                  <a:schemeClr val="accent2"/>
                </a:solidFill>
                <a:latin typeface="+mn-lt"/>
                <a:ea typeface="+mn-lt"/>
                <a:cs typeface="+mn-lt"/>
              </a:defRPr>
            </a:lvl1pPr>
            <a:lvl2pPr marL="0" indent="0" algn="ctr">
              <a:spcBef>
                <a:spcPts val="4200"/>
              </a:spcBef>
              <a:buNone/>
              <a:defRPr sz="1300">
                <a:solidFill>
                  <a:schemeClr val="tx2"/>
                </a:solidFill>
              </a:defRPr>
            </a:lvl2pPr>
            <a:lvl3pPr marL="174625" indent="-174625" algn="l">
              <a:spcBef>
                <a:spcPts val="1200"/>
              </a:spcBef>
              <a:buChar char="•"/>
              <a:defRPr sz="1300">
                <a:solidFill>
                  <a:schemeClr val="tx2"/>
                </a:solidFill>
              </a:defRPr>
            </a:lvl3pPr>
            <a:lvl4pPr marL="347663" indent="-173038" algn="l">
              <a:buChar char="–"/>
              <a:defRPr sz="1300">
                <a:solidFill>
                  <a:schemeClr val="tx2"/>
                </a:solidFill>
              </a:defRPr>
            </a:lvl4pPr>
            <a:lvl5pPr marL="511175" indent="-163513" algn="l">
              <a:buChar char="•"/>
              <a:defRPr sz="1300">
                <a:solidFill>
                  <a:schemeClr val="tx2"/>
                </a:solidFill>
              </a:defRPr>
            </a:lvl5pPr>
            <a:lvl6pPr marL="685800" indent="-174625" algn="l">
              <a:buChar char="–"/>
              <a:defRPr sz="1300">
                <a:solidFill>
                  <a:schemeClr val="tx2"/>
                </a:solidFill>
              </a:defRPr>
            </a:lvl6pPr>
            <a:lvl7pPr marL="860425" indent="-173038" algn="l">
              <a:buChar char="•"/>
              <a:defRPr sz="1300"/>
            </a:lvl7pPr>
            <a:lvl8pPr marL="1031875" indent="-171450" algn="l">
              <a:buChar char="–"/>
              <a:defRPr sz="1300"/>
            </a:lvl8pPr>
            <a:lvl9pPr marL="1203325" indent="-171450" algn="l">
              <a:buChar char="•"/>
              <a:defRPr sz="1300"/>
            </a:lvl9pPr>
          </a:lstStyle>
          <a:p>
            <a:pPr marL="0" indent="0" algn="ctr">
              <a:lnSpc>
                <a:spcPct val="108000"/>
              </a:lnSpc>
              <a:spcBef>
                <a:spcPts val="1800"/>
              </a:spcBef>
              <a:buNone/>
            </a:pPr>
            <a:r>
              <a:t>3</a:t>
            </a:r>
          </a:p>
          <a:p>
            <a:pPr>
              <a:buNone/>
            </a:pPr>
            <a:r>
              <a:t>Body text</a:t>
            </a:r>
          </a:p>
          <a:p>
            <a:pPr>
              <a:buNone/>
            </a:pPr>
            <a:r>
              <a:t>First-level</a:t>
            </a:r>
          </a:p>
          <a:p>
            <a:pPr>
              <a:buNone/>
            </a:pPr>
            <a:r>
              <a:t>Second-level</a:t>
            </a:r>
          </a:p>
          <a:p>
            <a:pPr>
              <a:buNone/>
            </a:pPr>
            <a:r>
              <a:t>Third-level</a:t>
            </a:r>
          </a:p>
          <a:p>
            <a:pPr>
              <a:buNone/>
            </a:pPr>
            <a:r>
              <a:t>Fourth-level</a:t>
            </a:r>
          </a:p>
          <a:p>
            <a:pPr>
              <a:buNone/>
            </a:pPr>
            <a:r>
              <a:t>Fifth-level</a:t>
            </a:r>
          </a:p>
          <a:p>
            <a:pPr>
              <a:buNone/>
            </a:pPr>
            <a:r>
              <a:t>Sixth-level</a:t>
            </a:r>
          </a:p>
          <a:p>
            <a:pPr>
              <a:buNone/>
            </a:pPr>
            <a:r>
              <a:t>Seventh-level</a:t>
            </a: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318200F-1EB3-4B0D-BB1C-940C25A49887}"/>
              </a:ext>
            </a:extLst>
          </p:cNvPr>
          <p:cNvSpPr>
            <a:spLocks noGrp="1"/>
          </p:cNvSpPr>
          <p:nvPr>
            <p:ph type="title" hasCustomPrompt="1"/>
          </p:nvPr>
        </p:nvSpPr>
        <p:spPr>
          <a:xfrm>
            <a:off x="557784" y="530351"/>
            <a:ext cx="9665208" cy="713232"/>
          </a:xfrm>
        </p:spPr>
        <p:txBody>
          <a:bodyPr/>
          <a:lstStyle>
            <a:lvl1pPr>
              <a:buNone/>
              <a:defRPr sz="4800">
                <a:solidFill>
                  <a:schemeClr val="accent6"/>
                </a:solidFill>
              </a:defRPr>
            </a:lvl1pPr>
          </a:lstStyle>
          <a:p>
            <a:r>
              <a:t>In closing</a:t>
            </a:r>
          </a:p>
        </p:txBody>
      </p:sp>
      <p:sp>
        <p:nvSpPr>
          <p:cNvPr id="4" name="Content Placeholder 2">
            <a:extLst>
              <a:ext uri="{FF2B5EF4-FFF2-40B4-BE49-F238E27FC236}">
                <a16:creationId xmlns:a16="http://schemas.microsoft.com/office/drawing/2014/main" id="{9721B0DC-B471-49D2-922C-94DA1E594D24}"/>
              </a:ext>
            </a:extLst>
          </p:cNvPr>
          <p:cNvSpPr>
            <a:spLocks noGrp="1"/>
          </p:cNvSpPr>
          <p:nvPr>
            <p:ph idx="1" hasCustomPrompt="1"/>
          </p:nvPr>
        </p:nvSpPr>
        <p:spPr>
          <a:xfrm>
            <a:off x="557784" y="1767532"/>
            <a:ext cx="8586216" cy="3977640"/>
          </a:xfrm>
        </p:spPr>
        <p:txBody>
          <a:bodyPr/>
          <a:lstStyle>
            <a:lvl1pPr>
              <a:lnSpc>
                <a:spcPct val="100000"/>
              </a:lnSpc>
              <a:buNone/>
              <a:defRPr sz="1800" b="1" cap="none">
                <a:solidFill>
                  <a:schemeClr val="tx2"/>
                </a:solidFill>
                <a:latin typeface="+mn-lt"/>
                <a:ea typeface="+mn-lt"/>
                <a:cs typeface="+mn-lt"/>
              </a:defRPr>
            </a:lvl1pPr>
            <a:lvl2pPr marL="0" indent="0">
              <a:buNone/>
              <a:defRPr>
                <a:solidFill>
                  <a:schemeClr val="tx2"/>
                </a:solidFill>
              </a:defRPr>
            </a:lvl2pPr>
            <a:lvl3pPr marL="173038" indent="-173038">
              <a:buChar char="•"/>
              <a:defRPr>
                <a:solidFill>
                  <a:schemeClr val="tx2"/>
                </a:solidFill>
              </a:defRPr>
            </a:lvl3pPr>
            <a:lvl4pPr marL="347663" indent="-174625">
              <a:buChar char="–"/>
              <a:defRPr>
                <a:solidFill>
                  <a:schemeClr val="tx2"/>
                </a:solidFill>
              </a:defRPr>
            </a:lvl4pPr>
            <a:lvl5pPr marL="509588" indent="-161925">
              <a:buChar char="•"/>
              <a:defRPr>
                <a:solidFill>
                  <a:schemeClr val="tx2"/>
                </a:solidFill>
              </a:defRPr>
            </a:lvl5pPr>
            <a:lvl6pPr marL="682625" indent="-173038">
              <a:buChar char="–"/>
              <a:defRPr/>
            </a:lvl6pPr>
            <a:lvl7pPr marL="857250" indent="-174625">
              <a:buChar char="•"/>
              <a:defRPr/>
            </a:lvl7pPr>
            <a:lvl8pPr marL="1030288" indent="-173038">
              <a:buChar char="–"/>
              <a:defRPr/>
            </a:lvl8pPr>
            <a:lvl9pPr marL="1203325" indent="-173038">
              <a:buChar char="•"/>
              <a:defRPr/>
            </a:lvl9pPr>
          </a:lstStyle>
          <a:p>
            <a:pPr marL="0" indent="0" algn="l">
              <a:lnSpc>
                <a:spcPct val="100000"/>
              </a:lnSpc>
              <a:spcBef>
                <a:spcPts val="1800"/>
              </a:spcBef>
              <a:buNone/>
            </a:pPr>
            <a:r>
              <a:t>Click to add header</a:t>
            </a:r>
          </a:p>
          <a:p>
            <a:pPr>
              <a:buNone/>
            </a:pPr>
            <a:r>
              <a:t>Body text</a:t>
            </a:r>
          </a:p>
          <a:p>
            <a:pPr>
              <a:buNone/>
            </a:pPr>
            <a:r>
              <a:t>First-level bullet</a:t>
            </a:r>
          </a:p>
          <a:p>
            <a:pPr>
              <a:buNone/>
            </a:pPr>
            <a:r>
              <a:t>Second-level bullet</a:t>
            </a:r>
          </a:p>
          <a:p>
            <a:pPr>
              <a:buNone/>
            </a:pPr>
            <a:r>
              <a:t>Third-level bullet</a:t>
            </a:r>
          </a:p>
          <a:p>
            <a:pPr>
              <a:buNone/>
            </a:pPr>
            <a:r>
              <a:t>Fourth-level bullet</a:t>
            </a:r>
          </a:p>
          <a:p>
            <a:pPr>
              <a:buNone/>
            </a:pPr>
            <a:r>
              <a:t>Fifth-level bullet</a:t>
            </a:r>
          </a:p>
          <a:p>
            <a:pPr>
              <a:buNone/>
            </a:pPr>
            <a:r>
              <a:t>Sixth-level bullet</a:t>
            </a:r>
          </a:p>
          <a:p>
            <a:pPr>
              <a:buNone/>
            </a:pPr>
            <a:r>
              <a:t>Seventh-level bullet</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360A8-F17A-4327-8F43-F7362D5C303F}"/>
              </a:ext>
            </a:extLst>
          </p:cNvPr>
          <p:cNvSpPr>
            <a:spLocks noGrp="1"/>
          </p:cNvSpPr>
          <p:nvPr>
            <p:ph type="title" hasCustomPrompt="1"/>
          </p:nvPr>
        </p:nvSpPr>
        <p:spPr/>
        <p:txBody>
          <a:bodyPr/>
          <a:lstStyle>
            <a:lvl1pPr>
              <a:buNone/>
              <a:defRPr>
                <a:solidFill>
                  <a:schemeClr val="tx2"/>
                </a:solidFill>
              </a:defRPr>
            </a:lvl1pPr>
          </a:lstStyle>
          <a:p>
            <a:r>
              <a:t>Click to add title</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lank Accessibilit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51F70-C83F-4915-A55C-CF9D7C4CEB76}"/>
              </a:ext>
            </a:extLst>
          </p:cNvPr>
          <p:cNvSpPr>
            <a:spLocks noGrp="1"/>
          </p:cNvSpPr>
          <p:nvPr>
            <p:ph type="title" hasCustomPrompt="1"/>
          </p:nvPr>
        </p:nvSpPr>
        <p:spPr>
          <a:xfrm>
            <a:off x="557784" y="-344516"/>
            <a:ext cx="11023255" cy="264306"/>
          </a:xfrm>
        </p:spPr>
        <p:txBody>
          <a:bodyPr anchor="b"/>
          <a:lstStyle>
            <a:lvl1pPr>
              <a:buNone/>
              <a:defRPr sz="1400"/>
            </a:lvl1pPr>
          </a:lstStyle>
          <a:p>
            <a:r>
              <a:t>Title for slide built on the blank accessibility master</a:t>
            </a: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losing with Image">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AD57F1C3-026C-4E29-99D9-D207AB9AE851}"/>
              </a:ext>
            </a:extLst>
          </p:cNvPr>
          <p:cNvSpPr>
            <a:spLocks noGrp="1"/>
          </p:cNvSpPr>
          <p:nvPr>
            <p:ph type="pic" idx="16" hasCustomPrompt="1"/>
          </p:nvPr>
        </p:nvSpPr>
        <p:spPr>
          <a:xfrm>
            <a:off x="0" y="0"/>
            <a:ext cx="12188825" cy="6858000"/>
          </a:xfrm>
          <a:prstGeom prst="rect">
            <a:avLst/>
          </a:prstGeom>
          <a:solidFill>
            <a:schemeClr val="bg1">
              <a:lumMod val="85000"/>
            </a:schemeClr>
          </a:solidFill>
        </p:spPr>
        <p:txBody>
          <a:bodyPr anchor="ctr"/>
          <a:lstStyle>
            <a:lvl1pPr marL="0" indent="0" algn="ctr">
              <a:lnSpc>
                <a:spcPct val="100000"/>
              </a:lnSpc>
              <a:spcBef>
                <a:spcPts val="0"/>
              </a:spcBef>
              <a:spcAft>
                <a:spcPts val="0"/>
              </a:spcAft>
              <a:buNone/>
              <a:defRPr>
                <a:solidFill>
                  <a:schemeClr val="accent6"/>
                </a:solidFill>
                <a:latin typeface="CVS Health Sans"/>
                <a:ea typeface="CVS Health Sans"/>
                <a:cs typeface="CVS Health Sans"/>
              </a:defRPr>
            </a:lvl1pPr>
          </a:lstStyle>
          <a:p>
            <a:r>
              <a:t>BE SURE IMAGE IS </a:t>
            </a:r>
            <a:br/>
            <a:r>
              <a:t>DARK ENOUGH SO TYPE AND </a:t>
            </a:r>
            <a:br/>
            <a:r>
              <a:t>LOGO ARE READABLE</a:t>
            </a:r>
          </a:p>
          <a:p>
            <a:br/>
            <a:r>
              <a:t>Be sure to send image to </a:t>
            </a:r>
            <a:br/>
            <a:r>
              <a:t>back so logo sits on top of image</a:t>
            </a:r>
            <a:br/>
            <a:br/>
            <a:br/>
            <a:br/>
            <a:br/>
            <a:br/>
            <a:br/>
            <a:br/>
            <a:br/>
            <a:endParaRPr/>
          </a:p>
        </p:txBody>
      </p:sp>
      <p:sp>
        <p:nvSpPr>
          <p:cNvPr id="8" name="Title 7">
            <a:extLst>
              <a:ext uri="{FF2B5EF4-FFF2-40B4-BE49-F238E27FC236}">
                <a16:creationId xmlns:a16="http://schemas.microsoft.com/office/drawing/2014/main" id="{1C551DC1-11AC-42C9-8CB3-4FB83FD45BC9}"/>
              </a:ext>
            </a:extLst>
          </p:cNvPr>
          <p:cNvSpPr>
            <a:spLocks noGrp="1"/>
          </p:cNvSpPr>
          <p:nvPr>
            <p:ph type="title" hasCustomPrompt="1"/>
          </p:nvPr>
        </p:nvSpPr>
        <p:spPr>
          <a:xfrm>
            <a:off x="847717" y="1188272"/>
            <a:ext cx="3774730" cy="713232"/>
          </a:xfrm>
        </p:spPr>
        <p:txBody>
          <a:bodyPr/>
          <a:lstStyle>
            <a:lvl1pPr>
              <a:buNone/>
              <a:defRPr sz="4800">
                <a:solidFill>
                  <a:schemeClr val="bg1"/>
                </a:solidFill>
              </a:defRPr>
            </a:lvl1pPr>
          </a:lstStyle>
          <a:p>
            <a:r>
              <a:t>Closing slide</a:t>
            </a:r>
          </a:p>
        </p:txBody>
      </p:sp>
      <p:pic>
        <p:nvPicPr>
          <p:cNvPr id="9" name="Graphic 3"/>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51008" y="6373368"/>
            <a:ext cx="1273813" cy="155448"/>
          </a:xfrm>
          <a:prstGeom prst="rect">
            <a:avLst/>
          </a:prstGeom>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C86AF3C-6D1C-4D8B-80F4-510F140C3483}"/>
              </a:ext>
            </a:extLst>
          </p:cNvPr>
          <p:cNvSpPr>
            <a:spLocks noGrp="1"/>
          </p:cNvSpPr>
          <p:nvPr>
            <p:ph type="title" hasCustomPrompt="1"/>
          </p:nvPr>
        </p:nvSpPr>
        <p:spPr>
          <a:xfrm>
            <a:off x="1098445" y="3017954"/>
            <a:ext cx="9991935" cy="713232"/>
          </a:xfrm>
        </p:spPr>
        <p:txBody>
          <a:bodyPr/>
          <a:lstStyle>
            <a:lvl1pPr algn="ctr">
              <a:buNone/>
              <a:defRPr sz="5400">
                <a:solidFill>
                  <a:schemeClr val="accent2"/>
                </a:solidFill>
              </a:defRPr>
            </a:lvl1pPr>
          </a:lstStyle>
          <a:p>
            <a:r>
              <a:t>Closing slide</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VS logo on white">
    <p:spTree>
      <p:nvGrpSpPr>
        <p:cNvPr id="1" name=""/>
        <p:cNvGrpSpPr/>
        <p:nvPr/>
      </p:nvGrpSpPr>
      <p:grpSpPr>
        <a:xfrm>
          <a:off x="0" y="0"/>
          <a:ext cx="0" cy="0"/>
          <a:chOff x="0" y="0"/>
          <a:chExt cx="0" cy="0"/>
        </a:xfrm>
      </p:grpSpPr>
      <p:pic>
        <p:nvPicPr>
          <p:cNvPr id="2" name="Graphic 11"/>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825581" y="3030093"/>
            <a:ext cx="6537663" cy="797815"/>
          </a:xfrm>
          <a:prstGeom prst="rect">
            <a:avLst/>
          </a:prstGeom>
        </p:spPr>
      </p:pic>
      <p:sp>
        <p:nvSpPr>
          <p:cNvPr id="11" name="Rectangle 10">
            <a:extLst>
              <a:ext uri="{FF2B5EF4-FFF2-40B4-BE49-F238E27FC236}">
                <a16:creationId xmlns:a16="http://schemas.microsoft.com/office/drawing/2014/main" id="{E1268719-E45D-4DB9-A5CE-3920E9240B44}"/>
              </a:ext>
            </a:extLst>
          </p:cNvPr>
          <p:cNvSpPr>
            <a:spLocks noGrp="1"/>
          </p:cNvSpPr>
          <p:nvPr/>
        </p:nvSpPr>
        <p:spPr>
          <a:xfrm>
            <a:off x="0" y="5779008"/>
            <a:ext cx="12188825" cy="10789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3" name="Title 1">
            <a:extLst>
              <a:ext uri="{FF2B5EF4-FFF2-40B4-BE49-F238E27FC236}">
                <a16:creationId xmlns:a16="http://schemas.microsoft.com/office/drawing/2014/main" id="{67519E24-EA44-44E4-8587-7A08DC99D588}"/>
              </a:ext>
            </a:extLst>
          </p:cNvPr>
          <p:cNvSpPr>
            <a:spLocks noGrp="1"/>
          </p:cNvSpPr>
          <p:nvPr>
            <p:ph type="title" hasCustomPrompt="1"/>
          </p:nvPr>
        </p:nvSpPr>
        <p:spPr>
          <a:xfrm>
            <a:off x="557784" y="-347472"/>
            <a:ext cx="11023255" cy="264306"/>
          </a:xfrm>
        </p:spPr>
        <p:txBody>
          <a:bodyPr anchor="b"/>
          <a:lstStyle>
            <a:lvl1pPr>
              <a:buNone/>
              <a:defRPr sz="1400">
                <a:solidFill>
                  <a:schemeClr val="tx2"/>
                </a:solidFill>
              </a:defRPr>
            </a:lvl1pPr>
          </a:lstStyle>
          <a:p>
            <a:r>
              <a:t>CVS Health logo on white background</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VS logo on re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1268719-E45D-4DB9-A5CE-3920E9240B44}"/>
              </a:ext>
            </a:extLst>
          </p:cNvPr>
          <p:cNvSpPr>
            <a:spLocks noGrp="1"/>
          </p:cNvSpPr>
          <p:nvPr/>
        </p:nvSpPr>
        <p:spPr>
          <a:xfrm>
            <a:off x="0" y="0"/>
            <a:ext cx="12188825" cy="6858000"/>
          </a:xfrm>
          <a:prstGeom prst="rect">
            <a:avLst/>
          </a:pr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 name="Title 1">
            <a:extLst>
              <a:ext uri="{FF2B5EF4-FFF2-40B4-BE49-F238E27FC236}">
                <a16:creationId xmlns:a16="http://schemas.microsoft.com/office/drawing/2014/main" id="{E33B14B6-B371-42B3-8BC3-E203B9570C03}"/>
              </a:ext>
            </a:extLst>
          </p:cNvPr>
          <p:cNvSpPr>
            <a:spLocks noGrp="1"/>
          </p:cNvSpPr>
          <p:nvPr>
            <p:ph type="title" hasCustomPrompt="1"/>
          </p:nvPr>
        </p:nvSpPr>
        <p:spPr>
          <a:xfrm>
            <a:off x="557784" y="-347472"/>
            <a:ext cx="11023255" cy="264306"/>
          </a:xfrm>
        </p:spPr>
        <p:txBody>
          <a:bodyPr anchor="b"/>
          <a:lstStyle>
            <a:lvl1pPr>
              <a:buNone/>
              <a:defRPr sz="1400">
                <a:solidFill>
                  <a:schemeClr val="tx2"/>
                </a:solidFill>
              </a:defRPr>
            </a:lvl1pPr>
          </a:lstStyle>
          <a:p>
            <a:r>
              <a:t>CVS Health logo on red background</a:t>
            </a:r>
          </a:p>
        </p:txBody>
      </p:sp>
      <p:pic>
        <p:nvPicPr>
          <p:cNvPr id="12" name="Graphic 11"/>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825581" y="3030093"/>
            <a:ext cx="6537663" cy="797815"/>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image" Target="../media/image1.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0B75BF-77BF-4C80-AC91-D4B3DF4311E0}"/>
              </a:ext>
            </a:extLst>
          </p:cNvPr>
          <p:cNvSpPr>
            <a:spLocks noGrp="1"/>
          </p:cNvSpPr>
          <p:nvPr>
            <p:ph type="title"/>
          </p:nvPr>
        </p:nvSpPr>
        <p:spPr>
          <a:xfrm>
            <a:off x="557784" y="530351"/>
            <a:ext cx="9665208" cy="713232"/>
          </a:xfrm>
          <a:prstGeom prst="rect">
            <a:avLst/>
          </a:prstGeom>
        </p:spPr>
        <p:txBody>
          <a:bodyPr vert="horz" lIns="0" tIns="0" rIns="0" bIns="0" anchor="t">
            <a:noAutofit/>
          </a:bodyPr>
          <a:lstStyle/>
          <a:p>
            <a:r>
              <a:t>Click to edit master title</a:t>
            </a:r>
          </a:p>
        </p:txBody>
      </p:sp>
      <p:sp>
        <p:nvSpPr>
          <p:cNvPr id="3" name="Text Placeholder 2">
            <a:extLst>
              <a:ext uri="{FF2B5EF4-FFF2-40B4-BE49-F238E27FC236}">
                <a16:creationId xmlns:a16="http://schemas.microsoft.com/office/drawing/2014/main" id="{0BD5C4E0-0267-4999-8855-B96FC8C8F3CD}"/>
              </a:ext>
            </a:extLst>
          </p:cNvPr>
          <p:cNvSpPr>
            <a:spLocks noGrp="1"/>
          </p:cNvSpPr>
          <p:nvPr>
            <p:ph type="body" idx="1"/>
          </p:nvPr>
        </p:nvSpPr>
        <p:spPr>
          <a:xfrm>
            <a:off x="557784" y="1767532"/>
            <a:ext cx="11045952" cy="3977640"/>
          </a:xfrm>
          <a:prstGeom prst="rect">
            <a:avLst/>
          </a:prstGeom>
        </p:spPr>
        <p:txBody>
          <a:bodyPr vert="horz" lIns="0" tIns="0" rIns="0" bIns="0">
            <a:noAutofit/>
          </a:bodyPr>
          <a:lstStyle/>
          <a:p>
            <a:pPr>
              <a:buNone/>
            </a:pPr>
            <a:r>
              <a:t>Click to edit Master text styles</a:t>
            </a:r>
          </a:p>
          <a:p>
            <a:pPr>
              <a:buNone/>
            </a:pPr>
            <a:r>
              <a:t>First-level bullet</a:t>
            </a:r>
          </a:p>
          <a:p>
            <a:pPr>
              <a:buNone/>
            </a:pPr>
            <a:r>
              <a:t>Second-level bullet</a:t>
            </a:r>
          </a:p>
          <a:p>
            <a:pPr>
              <a:buNone/>
            </a:pPr>
            <a:r>
              <a:t>Third-level bullet</a:t>
            </a:r>
          </a:p>
          <a:p>
            <a:pPr>
              <a:buNone/>
            </a:pPr>
            <a:r>
              <a:t>Fourth-level bullet</a:t>
            </a:r>
          </a:p>
          <a:p>
            <a:pPr>
              <a:buNone/>
            </a:pPr>
            <a:r>
              <a:t>Fifth-level bullet</a:t>
            </a:r>
          </a:p>
          <a:p>
            <a:pPr>
              <a:buNone/>
            </a:pPr>
            <a:r>
              <a:t>Sixth-level bullet</a:t>
            </a:r>
          </a:p>
          <a:p>
            <a:pPr>
              <a:buNone/>
            </a:pPr>
            <a:r>
              <a:t>Seventh-level bullet</a:t>
            </a:r>
          </a:p>
          <a:p>
            <a:pPr>
              <a:buNone/>
            </a:pPr>
            <a:r>
              <a:t>Eighth-level bullet</a:t>
            </a:r>
          </a:p>
        </p:txBody>
      </p:sp>
      <p:sp>
        <p:nvSpPr>
          <p:cNvPr id="20" name="Content Placeholder 8">
            <a:extLst>
              <a:ext uri="{FF2B5EF4-FFF2-40B4-BE49-F238E27FC236}">
                <a16:creationId xmlns:a16="http://schemas.microsoft.com/office/drawing/2014/main" id="{5323417F-92E4-4DD9-B998-66803E17294A}"/>
              </a:ext>
            </a:extLst>
          </p:cNvPr>
          <p:cNvSpPr>
            <a:spLocks noGrp="1"/>
          </p:cNvSpPr>
          <p:nvPr/>
        </p:nvSpPr>
        <p:spPr>
          <a:xfrm>
            <a:off x="557784" y="6367487"/>
            <a:ext cx="352367" cy="228600"/>
          </a:xfrm>
          <a:prstGeom prst="rect">
            <a:avLst/>
          </a:prstGeom>
        </p:spPr>
        <p:txBody>
          <a:bodyPr lIns="0" rIns="0" anchor="ctr"/>
          <a:lstStyle>
            <a:lvl1pPr marL="0" indent="0" algn="l">
              <a:spcBef>
                <a:spcPts val="600"/>
              </a:spcBef>
              <a:spcAft>
                <a:spcPts val="0"/>
              </a:spcAft>
              <a:buNone/>
              <a:defRPr sz="800" b="0" i="0">
                <a:solidFill>
                  <a:schemeClr val="tx2"/>
                </a:solidFill>
                <a:latin typeface="Open Sans"/>
                <a:ea typeface="Open Sans"/>
                <a:cs typeface="Open Sans"/>
              </a:defRPr>
            </a:lvl1pPr>
            <a:lvl2pPr marL="200025" indent="-200025" algn="l">
              <a:spcBef>
                <a:spcPts val="600"/>
              </a:spcBef>
              <a:spcAft>
                <a:spcPts val="0"/>
              </a:spcAft>
              <a:buChar char="•"/>
              <a:defRPr sz="1600" b="0" i="0">
                <a:solidFill>
                  <a:schemeClr val="tx2"/>
                </a:solidFill>
                <a:latin typeface="Open Sans Light"/>
                <a:ea typeface="Open Sans Light"/>
                <a:cs typeface="Open Sans Light"/>
              </a:defRPr>
            </a:lvl2pPr>
            <a:lvl3pPr marL="398463" indent="-200025" algn="l">
              <a:spcBef>
                <a:spcPts val="600"/>
              </a:spcBef>
              <a:spcAft>
                <a:spcPts val="0"/>
              </a:spcAft>
              <a:buChar char="−"/>
              <a:defRPr sz="1600" b="0" i="0">
                <a:solidFill>
                  <a:schemeClr val="tx2"/>
                </a:solidFill>
                <a:latin typeface="Open Sans Light"/>
                <a:ea typeface="Open Sans Light"/>
                <a:cs typeface="Open Sans Light"/>
              </a:defRPr>
            </a:lvl3pPr>
            <a:lvl4pPr marL="622300" indent="-200025" algn="l">
              <a:spcBef>
                <a:spcPts val="600"/>
              </a:spcBef>
              <a:spcAft>
                <a:spcPts val="0"/>
              </a:spcAft>
              <a:buChar char="•"/>
              <a:defRPr sz="1600" b="0" i="0">
                <a:solidFill>
                  <a:schemeClr val="tx2"/>
                </a:solidFill>
                <a:latin typeface="Open Sans Light"/>
                <a:ea typeface="Open Sans Light"/>
                <a:cs typeface="Open Sans Light"/>
              </a:defRPr>
            </a:lvl4pPr>
            <a:lvl5pPr marL="806450" indent="-182563" algn="l">
              <a:spcBef>
                <a:spcPts val="600"/>
              </a:spcBef>
              <a:spcAft>
                <a:spcPts val="0"/>
              </a:spcAft>
              <a:buChar char="−"/>
              <a:defRPr sz="1600" b="0" i="0">
                <a:solidFill>
                  <a:schemeClr val="tx2"/>
                </a:solidFill>
                <a:latin typeface="Open Sans Light"/>
                <a:ea typeface="Open Sans Light"/>
                <a:cs typeface="Open Sans Light"/>
              </a:defRPr>
            </a:lvl5pPr>
            <a:lvl6pPr marL="2514600" indent="-228600" algn="l">
              <a:buChar char="•"/>
              <a:defRPr sz="2000">
                <a:solidFill>
                  <a:schemeClr val="tx1"/>
                </a:solidFill>
                <a:latin typeface="+mn-lt"/>
                <a:ea typeface="+mn-lt"/>
                <a:cs typeface="+mn-lt"/>
              </a:defRPr>
            </a:lvl6pPr>
            <a:lvl7pPr marL="2971800" indent="-228600" algn="l">
              <a:buChar char="•"/>
              <a:defRPr sz="2000">
                <a:solidFill>
                  <a:schemeClr val="tx1"/>
                </a:solidFill>
                <a:latin typeface="+mn-lt"/>
                <a:ea typeface="+mn-lt"/>
                <a:cs typeface="+mn-lt"/>
              </a:defRPr>
            </a:lvl7pPr>
            <a:lvl8pPr marL="3429000" indent="-228600" algn="l">
              <a:buChar char="•"/>
              <a:defRPr sz="2000">
                <a:solidFill>
                  <a:schemeClr val="tx1"/>
                </a:solidFill>
                <a:latin typeface="+mn-lt"/>
                <a:ea typeface="+mn-lt"/>
                <a:cs typeface="+mn-lt"/>
              </a:defRPr>
            </a:lvl8pPr>
            <a:lvl9pPr marL="3886200" indent="-228600" algn="l">
              <a:buChar char="•"/>
              <a:defRPr sz="2000">
                <a:solidFill>
                  <a:schemeClr val="tx1"/>
                </a:solidFill>
                <a:latin typeface="+mn-lt"/>
                <a:ea typeface="+mn-lt"/>
                <a:cs typeface="+mn-lt"/>
              </a:defRPr>
            </a:lvl9pPr>
          </a:lstStyle>
          <a:p>
            <a:pPr algn="l">
              <a:buNone/>
            </a:pPr>
            <a:fld id="{38743595-4496-5147-A886-7D133864DF76}" type="slidenum">
              <a:rPr sz="1000" b="0">
                <a:solidFill>
                  <a:schemeClr val="tx2"/>
                </a:solidFill>
                <a:latin typeface="CVS Health Sans Medium"/>
                <a:ea typeface="CVS Health Sans Medium"/>
                <a:cs typeface="CVS Health Sans Medium"/>
              </a:rPr>
              <a:t>‹#›</a:t>
            </a:fld>
            <a:endParaRPr sz="1000" b="0">
              <a:solidFill>
                <a:schemeClr val="tx2"/>
              </a:solidFill>
              <a:latin typeface="CVS Health Sans Medium"/>
              <a:ea typeface="CVS Health Sans Medium"/>
              <a:cs typeface="CVS Health Sans Medium"/>
            </a:endParaRPr>
          </a:p>
        </p:txBody>
      </p:sp>
      <p:sp>
        <p:nvSpPr>
          <p:cNvPr id="13" name="TextBox 12">
            <a:extLst>
              <a:ext uri="{FF2B5EF4-FFF2-40B4-BE49-F238E27FC236}">
                <a16:creationId xmlns:a16="http://schemas.microsoft.com/office/drawing/2014/main" id="{E6118871-4A8C-4517-9A46-8863C34DC7FC}"/>
              </a:ext>
            </a:extLst>
          </p:cNvPr>
          <p:cNvSpPr>
            <a:spLocks noGrp="1"/>
          </p:cNvSpPr>
          <p:nvPr/>
        </p:nvSpPr>
        <p:spPr>
          <a:xfrm>
            <a:off x="859534" y="6425581"/>
            <a:ext cx="8046720" cy="123111"/>
          </a:xfrm>
          <a:prstGeom prst="rect">
            <a:avLst/>
          </a:prstGeom>
          <a:noFill/>
        </p:spPr>
        <p:txBody>
          <a:bodyPr wrap="square" lIns="0" tIns="0" rIns="0" bIns="0" anchor="b">
            <a:spAutoFit/>
          </a:bodyPr>
          <a:lstStyle/>
          <a:p>
            <a:r>
              <a:rPr sz="800">
                <a:solidFill>
                  <a:schemeClr val="tx2"/>
                </a:solidFill>
                <a:latin typeface="+mn-lt"/>
                <a:ea typeface="+mn-lt"/>
                <a:cs typeface="+mn-lt"/>
              </a:rPr>
              <a:t>©2026 CVS Health and/or one of its affiliates. Confidential and proprietary.</a:t>
            </a:r>
          </a:p>
        </p:txBody>
      </p:sp>
      <p:pic>
        <p:nvPicPr>
          <p:cNvPr id="26" name="Graphic 13"/>
          <p:cNvPicPr>
            <a:picLocks noChangeAspect="1"/>
          </p:cNvPicPr>
          <p:nvPr/>
        </p:nvPicPr>
        <p:blipFill>
          <a:blip>
            <a:extLst>
              <a:ext uri="{96DAC541-7B7A-43D3-8B79-37D633B846F1}">
                <asvg:svgBlip xmlns:asvg="http://schemas.microsoft.com/office/drawing/2016/SVG/main" r:embed="rId44"/>
              </a:ext>
            </a:extLst>
          </a:blip>
          <a:stretch>
            <a:fillRect/>
          </a:stretch>
        </p:blipFill>
        <p:spPr>
          <a:xfrm>
            <a:off x="10351008" y="6373368"/>
            <a:ext cx="1273813" cy="15544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Lst>
  <p:hf hdr="0" dt="0"/>
  <p:txStyles>
    <p:titleStyle>
      <a:lvl1pPr algn="l">
        <a:lnSpc>
          <a:spcPct val="90000"/>
        </a:lnSpc>
        <a:buNone/>
        <a:defRPr sz="2600" b="1">
          <a:solidFill>
            <a:schemeClr val="tx2"/>
          </a:solidFill>
          <a:latin typeface="+mj-lt"/>
          <a:ea typeface="+mj-lt"/>
          <a:cs typeface="+mj-lt"/>
        </a:defRPr>
      </a:lvl1pPr>
    </p:titleStyle>
    <p:bodyStyle>
      <a:lvl1pPr marL="0" indent="0" algn="l">
        <a:lnSpc>
          <a:spcPct val="100000"/>
        </a:lnSpc>
        <a:spcBef>
          <a:spcPts val="1800"/>
        </a:spcBef>
        <a:buNone/>
        <a:defRPr sz="1300" b="0">
          <a:solidFill>
            <a:schemeClr val="tx2"/>
          </a:solidFill>
          <a:latin typeface="+mn-lt"/>
          <a:ea typeface="+mn-lt"/>
          <a:cs typeface="+mn-lt"/>
        </a:defRPr>
      </a:lvl1pPr>
      <a:lvl2pPr marL="171450" indent="-171450" algn="l">
        <a:lnSpc>
          <a:spcPct val="100000"/>
        </a:lnSpc>
        <a:spcBef>
          <a:spcPts val="1200"/>
        </a:spcBef>
        <a:buChar char="•"/>
        <a:defRPr sz="1300">
          <a:solidFill>
            <a:schemeClr val="tx2"/>
          </a:solidFill>
          <a:latin typeface="+mn-lt"/>
          <a:ea typeface="+mn-lt"/>
          <a:cs typeface="+mn-lt"/>
        </a:defRPr>
      </a:lvl2pPr>
      <a:lvl3pPr marL="342900" indent="-171450" algn="l">
        <a:lnSpc>
          <a:spcPct val="100000"/>
        </a:lnSpc>
        <a:spcBef>
          <a:spcPts val="600"/>
        </a:spcBef>
        <a:buChar char="–"/>
        <a:defRPr sz="1300">
          <a:solidFill>
            <a:schemeClr val="tx2"/>
          </a:solidFill>
          <a:latin typeface="+mn-lt"/>
          <a:ea typeface="+mn-lt"/>
          <a:cs typeface="+mn-lt"/>
        </a:defRPr>
      </a:lvl3pPr>
      <a:lvl4pPr marL="514350" indent="-171450" algn="l">
        <a:lnSpc>
          <a:spcPct val="100000"/>
        </a:lnSpc>
        <a:spcBef>
          <a:spcPts val="600"/>
        </a:spcBef>
        <a:buChar char="•"/>
        <a:defRPr sz="1300">
          <a:solidFill>
            <a:schemeClr val="tx2"/>
          </a:solidFill>
          <a:latin typeface="+mn-lt"/>
          <a:ea typeface="+mn-lt"/>
          <a:cs typeface="+mn-lt"/>
        </a:defRPr>
      </a:lvl4pPr>
      <a:lvl5pPr marL="685800" indent="-171450" algn="l">
        <a:lnSpc>
          <a:spcPct val="100000"/>
        </a:lnSpc>
        <a:spcBef>
          <a:spcPts val="600"/>
        </a:spcBef>
        <a:buChar char="–"/>
        <a:defRPr sz="1300">
          <a:solidFill>
            <a:schemeClr val="tx2"/>
          </a:solidFill>
          <a:latin typeface="+mn-lt"/>
          <a:ea typeface="+mn-lt"/>
          <a:cs typeface="+mn-lt"/>
        </a:defRPr>
      </a:lvl5pPr>
      <a:lvl6pPr marL="857250" indent="-171450" algn="l">
        <a:lnSpc>
          <a:spcPct val="100000"/>
        </a:lnSpc>
        <a:spcBef>
          <a:spcPts val="600"/>
        </a:spcBef>
        <a:buChar char="•"/>
        <a:defRPr sz="1300">
          <a:solidFill>
            <a:schemeClr val="tx2"/>
          </a:solidFill>
          <a:latin typeface="+mn-lt"/>
          <a:ea typeface="+mn-lt"/>
          <a:cs typeface="+mn-lt"/>
        </a:defRPr>
      </a:lvl6pPr>
      <a:lvl7pPr marL="1028700" indent="-165100" algn="l">
        <a:lnSpc>
          <a:spcPct val="100000"/>
        </a:lnSpc>
        <a:spcBef>
          <a:spcPts val="600"/>
        </a:spcBef>
        <a:buChar char="–"/>
        <a:defRPr sz="1300">
          <a:solidFill>
            <a:schemeClr val="tx2"/>
          </a:solidFill>
          <a:latin typeface="+mn-lt"/>
          <a:ea typeface="+mn-lt"/>
          <a:cs typeface="+mn-lt"/>
        </a:defRPr>
      </a:lvl7pPr>
      <a:lvl8pPr marL="1206500" indent="-177800" algn="l">
        <a:lnSpc>
          <a:spcPct val="100000"/>
        </a:lnSpc>
        <a:spcBef>
          <a:spcPts val="600"/>
        </a:spcBef>
        <a:buChar char="•"/>
        <a:defRPr sz="1300">
          <a:solidFill>
            <a:schemeClr val="tx2"/>
          </a:solidFill>
          <a:latin typeface="+mn-lt"/>
          <a:ea typeface="+mn-lt"/>
          <a:cs typeface="+mn-lt"/>
        </a:defRPr>
      </a:lvl8pPr>
      <a:lvl9pPr marL="1371600" indent="-165100" algn="l">
        <a:lnSpc>
          <a:spcPct val="100000"/>
        </a:lnSpc>
        <a:spcBef>
          <a:spcPts val="600"/>
        </a:spcBef>
        <a:buChar char="–"/>
        <a:defRPr sz="1300">
          <a:solidFill>
            <a:schemeClr val="tx2"/>
          </a:solidFill>
          <a:latin typeface="+mn-lt"/>
          <a:ea typeface="+mn-lt"/>
          <a:cs typeface="+mn-lt"/>
        </a:defRPr>
      </a:lvl9pPr>
    </p:bodyStyle>
    <p:otherStyle>
      <a:lvl1pPr marL="0" algn="l">
        <a:buNone/>
        <a:defRPr sz="1500">
          <a:solidFill>
            <a:schemeClr val="tx1"/>
          </a:solidFill>
          <a:latin typeface="+mn-lt"/>
          <a:ea typeface="+mn-lt"/>
          <a:cs typeface="+mn-lt"/>
        </a:defRPr>
      </a:lvl1pPr>
      <a:lvl2pPr marL="0" algn="r">
        <a:buNone/>
        <a:defRPr sz="1500">
          <a:solidFill>
            <a:schemeClr val="tx1"/>
          </a:solidFill>
          <a:latin typeface="+mn-lt"/>
          <a:ea typeface="+mn-lt"/>
          <a:cs typeface="+mn-lt"/>
        </a:defRPr>
      </a:lvl2pPr>
      <a:lvl3pPr marL="0" algn="ctr">
        <a:buNone/>
        <a:defRPr sz="1500">
          <a:solidFill>
            <a:schemeClr val="tx1"/>
          </a:solidFill>
          <a:latin typeface="+mn-lt"/>
          <a:ea typeface="+mn-lt"/>
          <a:cs typeface="+mn-lt"/>
        </a:defRPr>
      </a:lvl3pPr>
      <a:lvl4pPr marL="0" algn="l">
        <a:buNone/>
        <a:defRPr sz="1500">
          <a:solidFill>
            <a:schemeClr val="tx1"/>
          </a:solidFill>
          <a:latin typeface="+mn-lt"/>
          <a:ea typeface="+mn-lt"/>
          <a:cs typeface="+mn-lt"/>
        </a:defRPr>
      </a:lvl4pPr>
      <a:lvl5pPr marL="0" algn="r">
        <a:buNone/>
        <a:defRPr sz="1500">
          <a:solidFill>
            <a:schemeClr val="tx1"/>
          </a:solidFill>
          <a:latin typeface="+mn-lt"/>
          <a:ea typeface="+mn-lt"/>
          <a:cs typeface="+mn-lt"/>
        </a:defRPr>
      </a:lvl5pPr>
      <a:lvl6pPr marL="0" algn="ctr">
        <a:buNone/>
        <a:defRPr sz="1500">
          <a:solidFill>
            <a:schemeClr val="tx1"/>
          </a:solidFill>
          <a:latin typeface="+mn-lt"/>
          <a:ea typeface="+mn-lt"/>
          <a:cs typeface="+mn-lt"/>
        </a:defRPr>
      </a:lvl6pPr>
      <a:lvl7pPr marL="0" algn="l">
        <a:buNone/>
        <a:defRPr sz="1500">
          <a:solidFill>
            <a:schemeClr val="tx1"/>
          </a:solidFill>
          <a:latin typeface="+mn-lt"/>
          <a:ea typeface="+mn-lt"/>
          <a:cs typeface="+mn-lt"/>
        </a:defRPr>
      </a:lvl7pPr>
      <a:lvl8pPr marL="0" algn="r">
        <a:buNone/>
        <a:defRPr sz="1500">
          <a:solidFill>
            <a:schemeClr val="tx1"/>
          </a:solidFill>
          <a:latin typeface="+mn-lt"/>
          <a:ea typeface="+mn-lt"/>
          <a:cs typeface="+mn-lt"/>
        </a:defRPr>
      </a:lvl8pPr>
      <a:lvl9pPr marL="0" algn="ctr">
        <a:buNone/>
        <a:defRPr sz="1500">
          <a:solidFill>
            <a:schemeClr val="tx1"/>
          </a:solidFill>
          <a:latin typeface="+mn-lt"/>
          <a:ea typeface="+mn-lt"/>
          <a:cs typeface="+mn-lt"/>
        </a:defRPr>
      </a:lvl9pPr>
    </p:otherStyle>
  </p:txStyles>
  <p:extLst>
    <p:ext uri="{27BBF7A9-308A-43DC-89C8-2F10F3537804}">
      <p15:sldGuideLst xmlns:p15="http://schemas.microsoft.com/office/powerpoint/2012/main">
        <p15:guide id="1" orient="horz" pos="1104" userDrawn="1">
          <p15:clr>
            <a:srgbClr val="F26B43"/>
          </p15:clr>
        </p15:guide>
        <p15:guide id="2" pos="362" userDrawn="1">
          <p15:clr>
            <a:srgbClr val="F26B43"/>
          </p15:clr>
        </p15:guide>
        <p15:guide id="3" pos="7319" userDrawn="1">
          <p15:clr>
            <a:srgbClr val="F26B43"/>
          </p15:clr>
        </p15:guide>
        <p15:guide id="4" orient="horz" pos="360" userDrawn="1">
          <p15:clr>
            <a:srgbClr val="F26B43"/>
          </p15:clr>
        </p15:guide>
        <p15:guide id="5" orient="horz" pos="3622" userDrawn="1">
          <p15:clr>
            <a:srgbClr val="F26B43"/>
          </p15:clr>
        </p15:guide>
        <p15:guide id="6" orient="horz" pos="411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xml"/><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3.xm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7.xml"/><Relationship Id="rId1" Type="http://schemas.openxmlformats.org/officeDocument/2006/relationships/slideLayout" Target="../slideLayouts/slideLayout26.xml"/><Relationship Id="rId5" Type="http://schemas.openxmlformats.org/officeDocument/2006/relationships/image" Target="../media/image10.jpe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8.xml"/><Relationship Id="rId1" Type="http://schemas.openxmlformats.org/officeDocument/2006/relationships/slideLayout" Target="../slideLayouts/slideLayout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0363BF5D-BCFC-410B-93D0-0F033A74660C}"/>
              </a:ext>
            </a:extLst>
          </p:cNvPr>
          <p:cNvSpPr>
            <a:spLocks noGrp="1"/>
          </p:cNvSpPr>
          <p:nvPr/>
        </p:nvSpPr>
        <p:spPr>
          <a:xfrm>
            <a:off x="557784" y="6425581"/>
            <a:ext cx="8046720" cy="123111"/>
          </a:xfrm>
          <a:prstGeom prst="rect">
            <a:avLst/>
          </a:prstGeom>
          <a:noFill/>
        </p:spPr>
        <p:txBody>
          <a:bodyPr wrap="square" lIns="0" tIns="0" rIns="0" bIns="0" anchor="b">
            <a:spAutoFit/>
          </a:bodyPr>
          <a:lstStyle/>
          <a:p>
            <a:r>
              <a:rPr sz="800">
                <a:solidFill>
                  <a:schemeClr val="tx2"/>
                </a:solidFill>
              </a:rPr>
              <a:t>©2026 CVS Health and/or one of its affiliates. Confidential and proprietary.</a:t>
            </a:r>
          </a:p>
        </p:txBody>
      </p:sp>
      <p:sp>
        <p:nvSpPr>
          <p:cNvPr id="9" name="text-Project Excellence">
            <a:extLst>
              <a:ext uri="{FF2B5EF4-FFF2-40B4-BE49-F238E27FC236}">
                <a16:creationId xmlns:a16="http://schemas.microsoft.com/office/drawing/2014/main" id="{CBA11797-AE58-49DF-A6F9-7B73C78A9CE8}"/>
              </a:ext>
            </a:extLst>
          </p:cNvPr>
          <p:cNvSpPr>
            <a:spLocks noGrp="1"/>
          </p:cNvSpPr>
          <p:nvPr/>
        </p:nvSpPr>
        <p:spPr>
          <a:xfrm>
            <a:off x="552450" y="2238375"/>
            <a:ext cx="4810125" cy="647700"/>
          </a:xfrm>
          <a:prstGeom prst="rect">
            <a:avLst/>
          </a:prstGeom>
          <a:noFill/>
          <a:ln w="0">
            <a:noFill/>
            <a:prstDash val="solid"/>
          </a:ln>
        </p:spPr>
        <p:txBody>
          <a:bodyPr wrap="square" lIns="28575" tIns="19050" rIns="28575" bIns="19050" anchor="t">
            <a:normAutofit/>
          </a:bodyPr>
          <a:lstStyle/>
          <a:p>
            <a:pPr algn="l">
              <a:defRPr sz="3600" b="1">
                <a:solidFill>
                  <a:srgbClr val="3D3D3D"/>
                </a:solidFill>
                <a:latin typeface="CVS Health Sans"/>
                <a:ea typeface="CVS Health Sans"/>
                <a:cs typeface="CVS Health Sans"/>
              </a:defRPr>
            </a:pPr>
            <a:r>
              <a:rPr sz="3600" b="1">
                <a:solidFill>
                  <a:srgbClr val="3D3D3D"/>
                </a:solidFill>
                <a:latin typeface="CVS Health Sans"/>
                <a:ea typeface="CVS Health Sans"/>
                <a:cs typeface="CVS Health Sans"/>
              </a:rPr>
              <a:t>Project Excellence</a:t>
            </a:r>
          </a:p>
        </p:txBody>
      </p:sp>
      <p:sp>
        <p:nvSpPr>
          <p:cNvPr id="10" name="text-Point-of-need Phot">
            <a:extLst>
              <a:ext uri="{FF2B5EF4-FFF2-40B4-BE49-F238E27FC236}">
                <a16:creationId xmlns:a16="http://schemas.microsoft.com/office/drawing/2014/main" id="{BBF0A0FA-2B11-49CB-9360-36DC10279474}"/>
              </a:ext>
            </a:extLst>
          </p:cNvPr>
          <p:cNvSpPr>
            <a:spLocks noGrp="1"/>
          </p:cNvSpPr>
          <p:nvPr/>
        </p:nvSpPr>
        <p:spPr>
          <a:xfrm>
            <a:off x="552450" y="2952750"/>
            <a:ext cx="4810125" cy="647700"/>
          </a:xfrm>
          <a:prstGeom prst="rect">
            <a:avLst/>
          </a:prstGeom>
          <a:noFill/>
          <a:ln w="0">
            <a:noFill/>
            <a:prstDash val="solid"/>
          </a:ln>
        </p:spPr>
        <p:txBody>
          <a:bodyPr wrap="square" lIns="28575" tIns="19050" rIns="28575" bIns="19050" anchor="t">
            <a:normAutofit/>
          </a:bodyPr>
          <a:lstStyle/>
          <a:p>
            <a:pPr algn="l">
              <a:defRPr sz="1875" b="1">
                <a:solidFill>
                  <a:srgbClr val="CC0000"/>
                </a:solidFill>
                <a:latin typeface="CVS Health Sans"/>
                <a:ea typeface="CVS Health Sans"/>
                <a:cs typeface="CVS Health Sans"/>
              </a:defRPr>
            </a:pPr>
            <a:r>
              <a:rPr lang="en-US" sz="1875" b="1" dirty="0">
                <a:solidFill>
                  <a:srgbClr val="CC0000"/>
                </a:solidFill>
                <a:latin typeface="CVS Health Sans"/>
                <a:ea typeface="CVS Health Sans"/>
                <a:cs typeface="CVS Health Sans"/>
              </a:rPr>
              <a:t>Equipping colleagues with confidence</a:t>
            </a:r>
            <a:endParaRPr sz="1875" b="1" dirty="0">
              <a:solidFill>
                <a:srgbClr val="CC0000"/>
              </a:solidFill>
              <a:latin typeface="CVS Health Sans"/>
              <a:ea typeface="CVS Health Sans"/>
              <a:cs typeface="CVS Health Sans"/>
            </a:endParaRPr>
          </a:p>
        </p:txBody>
      </p:sp>
      <p:sp>
        <p:nvSpPr>
          <p:cNvPr id="11" name="text-Zachery Jones&#10;Work">
            <a:extLst>
              <a:ext uri="{FF2B5EF4-FFF2-40B4-BE49-F238E27FC236}">
                <a16:creationId xmlns:a16="http://schemas.microsoft.com/office/drawing/2014/main" id="{9561F767-5AB6-4CEF-8FB5-EA1E1ADF8D77}"/>
              </a:ext>
            </a:extLst>
          </p:cNvPr>
          <p:cNvSpPr>
            <a:spLocks noGrp="1"/>
          </p:cNvSpPr>
          <p:nvPr/>
        </p:nvSpPr>
        <p:spPr>
          <a:xfrm>
            <a:off x="552450" y="4162425"/>
            <a:ext cx="4333875" cy="742950"/>
          </a:xfrm>
          <a:prstGeom prst="rect">
            <a:avLst/>
          </a:prstGeom>
          <a:noFill/>
          <a:ln w="0">
            <a:noFill/>
            <a:prstDash val="solid"/>
          </a:ln>
        </p:spPr>
        <p:txBody>
          <a:bodyPr wrap="square" lIns="28575" tIns="19050" rIns="28575" bIns="19050" anchor="t">
            <a:normAutofit/>
          </a:bodyPr>
          <a:lstStyle/>
          <a:p>
            <a:pPr algn="l">
              <a:defRPr sz="1350" b="0">
                <a:solidFill>
                  <a:srgbClr val="3D3D3D"/>
                </a:solidFill>
                <a:latin typeface="CVS Health Sans"/>
                <a:ea typeface="CVS Health Sans"/>
                <a:cs typeface="CVS Health Sans"/>
              </a:defRPr>
            </a:pPr>
            <a:r>
              <a:rPr sz="1350" b="0" dirty="0">
                <a:solidFill>
                  <a:srgbClr val="3D3D3D"/>
                </a:solidFill>
                <a:latin typeface="CVS Health Sans"/>
                <a:ea typeface="CVS Health Sans"/>
                <a:cs typeface="CVS Health Sans"/>
              </a:rPr>
              <a:t>Zachery Jones</a:t>
            </a:r>
            <a:r>
              <a:rPr lang="en-US" sz="1350" b="0" dirty="0">
                <a:solidFill>
                  <a:srgbClr val="3D3D3D"/>
                </a:solidFill>
                <a:latin typeface="CVS Health Sans"/>
                <a:ea typeface="CVS Health Sans"/>
                <a:cs typeface="CVS Health Sans"/>
              </a:rPr>
              <a:t> </a:t>
            </a:r>
            <a:r>
              <a:rPr sz="1350" b="0" dirty="0">
                <a:solidFill>
                  <a:srgbClr val="3D3D3D"/>
                </a:solidFill>
                <a:latin typeface="CVS Health Sans"/>
                <a:ea typeface="CVS Health Sans"/>
                <a:cs typeface="CVS Health Sans"/>
              </a:rPr>
              <a:t>| July 2026</a:t>
            </a:r>
          </a:p>
        </p:txBody>
      </p:sp>
    </p:spTree>
    <p:extLst>
      <p:ext uri="{BB962C8B-B14F-4D97-AF65-F5344CB8AC3E}">
        <p14:creationId xmlns:p14="http://schemas.microsoft.com/office/powerpoint/2010/main" val="408432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Graphic 1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51008" y="6373368"/>
            <a:ext cx="1273813" cy="155448"/>
          </a:xfrm>
          <a:prstGeom prst="rect">
            <a:avLst/>
          </a:prstGeom>
        </p:spPr>
      </p:pic>
      <p:sp>
        <p:nvSpPr>
          <p:cNvPr id="12" name="text-The training gap a">
            <a:extLst>
              <a:ext uri="{FF2B5EF4-FFF2-40B4-BE49-F238E27FC236}">
                <a16:creationId xmlns:a16="http://schemas.microsoft.com/office/drawing/2014/main" id="{6EF5CFC9-0BB5-4814-9FDE-D29323A2F098}"/>
              </a:ext>
            </a:extLst>
          </p:cNvPr>
          <p:cNvSpPr>
            <a:spLocks noGrp="1"/>
          </p:cNvSpPr>
          <p:nvPr/>
        </p:nvSpPr>
        <p:spPr>
          <a:xfrm>
            <a:off x="552450" y="400050"/>
            <a:ext cx="10668000" cy="514350"/>
          </a:xfrm>
          <a:prstGeom prst="rect">
            <a:avLst/>
          </a:prstGeom>
          <a:noFill/>
          <a:ln w="0">
            <a:noFill/>
            <a:prstDash val="solid"/>
          </a:ln>
        </p:spPr>
        <p:txBody>
          <a:bodyPr wrap="square" lIns="28575" tIns="19050" rIns="28575" bIns="19050" anchor="t">
            <a:normAutofit/>
          </a:bodyPr>
          <a:lstStyle/>
          <a:p>
            <a:pPr algn="l">
              <a:defRPr sz="2400" b="1">
                <a:solidFill>
                  <a:srgbClr val="3D3D3D"/>
                </a:solidFill>
                <a:latin typeface="CVS Health Sans"/>
                <a:ea typeface="CVS Health Sans"/>
                <a:cs typeface="CVS Health Sans"/>
              </a:defRPr>
            </a:pPr>
            <a:r>
              <a:rPr sz="2400" b="1" dirty="0">
                <a:solidFill>
                  <a:srgbClr val="3D3D3D"/>
                </a:solidFill>
                <a:latin typeface="CVS Health Sans"/>
                <a:ea typeface="CVS Health Sans"/>
                <a:cs typeface="CVS Health Sans"/>
              </a:rPr>
              <a:t>The </a:t>
            </a:r>
            <a:r>
              <a:rPr lang="en-US" sz="2400" b="1" dirty="0">
                <a:solidFill>
                  <a:srgbClr val="3D3D3D"/>
                </a:solidFill>
                <a:latin typeface="CVS Health Sans"/>
                <a:ea typeface="CVS Health Sans"/>
                <a:cs typeface="CVS Health Sans"/>
              </a:rPr>
              <a:t>knowledge</a:t>
            </a:r>
            <a:r>
              <a:rPr sz="2400" b="1" dirty="0">
                <a:solidFill>
                  <a:srgbClr val="3D3D3D"/>
                </a:solidFill>
                <a:latin typeface="CVS Health Sans"/>
                <a:ea typeface="CVS Health Sans"/>
                <a:cs typeface="CVS Health Sans"/>
              </a:rPr>
              <a:t> gap appears during the task</a:t>
            </a:r>
          </a:p>
        </p:txBody>
      </p:sp>
      <p:sp>
        <p:nvSpPr>
          <p:cNvPr id="13" name="text-New hires may unde">
            <a:extLst>
              <a:ext uri="{FF2B5EF4-FFF2-40B4-BE49-F238E27FC236}">
                <a16:creationId xmlns:a16="http://schemas.microsoft.com/office/drawing/2014/main" id="{5D7D5E34-DCBC-44BA-80BD-68A5409D6522}"/>
              </a:ext>
            </a:extLst>
          </p:cNvPr>
          <p:cNvSpPr>
            <a:spLocks noGrp="1"/>
          </p:cNvSpPr>
          <p:nvPr/>
        </p:nvSpPr>
        <p:spPr>
          <a:xfrm>
            <a:off x="552450" y="1476375"/>
            <a:ext cx="4762500" cy="742950"/>
          </a:xfrm>
          <a:prstGeom prst="rect">
            <a:avLst/>
          </a:prstGeom>
          <a:noFill/>
          <a:ln w="0">
            <a:noFill/>
            <a:prstDash val="solid"/>
          </a:ln>
        </p:spPr>
        <p:txBody>
          <a:bodyPr wrap="square" lIns="28575" tIns="19050" rIns="28575" bIns="19050" anchor="t">
            <a:normAutofit/>
          </a:bodyPr>
          <a:lstStyle/>
          <a:p>
            <a:pPr algn="l">
              <a:defRPr sz="1725" b="1">
                <a:solidFill>
                  <a:srgbClr val="3D3D3D"/>
                </a:solidFill>
                <a:latin typeface="CVS Health Sans"/>
                <a:ea typeface="CVS Health Sans"/>
                <a:cs typeface="CVS Health Sans"/>
              </a:defRPr>
            </a:pPr>
            <a:r>
              <a:rPr lang="en-US" sz="1725" b="1" dirty="0">
                <a:solidFill>
                  <a:srgbClr val="3D3D3D"/>
                </a:solidFill>
                <a:latin typeface="CVS Health Sans"/>
                <a:ea typeface="CVS Health Sans"/>
                <a:cs typeface="CVS Health Sans"/>
              </a:rPr>
              <a:t>Colleagues </a:t>
            </a:r>
            <a:r>
              <a:rPr sz="1725" b="1" dirty="0">
                <a:solidFill>
                  <a:srgbClr val="3D3D3D"/>
                </a:solidFill>
                <a:latin typeface="CVS Health Sans"/>
                <a:ea typeface="CVS Health Sans"/>
                <a:cs typeface="CVS Health Sans"/>
              </a:rPr>
              <a:t>may understand the</a:t>
            </a:r>
            <a:r>
              <a:rPr lang="en-US" sz="1725" b="1" dirty="0">
                <a:solidFill>
                  <a:srgbClr val="3D3D3D"/>
                </a:solidFill>
                <a:latin typeface="CVS Health Sans"/>
                <a:ea typeface="CVS Health Sans"/>
                <a:cs typeface="CVS Health Sans"/>
              </a:rPr>
              <a:t>ir</a:t>
            </a:r>
            <a:r>
              <a:rPr sz="1725" b="1" dirty="0">
                <a:solidFill>
                  <a:srgbClr val="3D3D3D"/>
                </a:solidFill>
                <a:latin typeface="CVS Health Sans"/>
                <a:ea typeface="CVS Health Sans"/>
                <a:cs typeface="CVS Health Sans"/>
              </a:rPr>
              <a:t> role</a:t>
            </a:r>
            <a:r>
              <a:rPr lang="en-US" sz="1725" b="1" dirty="0">
                <a:solidFill>
                  <a:srgbClr val="3D3D3D"/>
                </a:solidFill>
                <a:latin typeface="CVS Health Sans"/>
                <a:ea typeface="CVS Health Sans"/>
                <a:cs typeface="CVS Health Sans"/>
              </a:rPr>
              <a:t> but, </a:t>
            </a:r>
            <a:r>
              <a:rPr sz="1725" b="1" dirty="0">
                <a:solidFill>
                  <a:srgbClr val="3D3D3D"/>
                </a:solidFill>
                <a:latin typeface="CVS Health Sans"/>
                <a:ea typeface="CVS Health Sans"/>
                <a:cs typeface="CVS Health Sans"/>
              </a:rPr>
              <a:t>still freeze when a specific Photo task appears.</a:t>
            </a:r>
          </a:p>
        </p:txBody>
      </p:sp>
      <p:sp>
        <p:nvSpPr>
          <p:cNvPr id="14" name="box-60-265">
            <a:extLst>
              <a:ext uri="{FF2B5EF4-FFF2-40B4-BE49-F238E27FC236}">
                <a16:creationId xmlns:a16="http://schemas.microsoft.com/office/drawing/2014/main" id="{FCD05258-EF82-4668-9C1C-718D7128FBFC}"/>
              </a:ext>
            </a:extLst>
          </p:cNvPr>
          <p:cNvSpPr>
            <a:spLocks noGrp="1"/>
          </p:cNvSpPr>
          <p:nvPr/>
        </p:nvSpPr>
        <p:spPr>
          <a:xfrm>
            <a:off x="571500" y="2524125"/>
            <a:ext cx="95250" cy="571500"/>
          </a:xfrm>
          <a:prstGeom prst="rect">
            <a:avLst/>
          </a:prstGeom>
          <a:solidFill>
            <a:srgbClr val="CC0000"/>
          </a:solidFill>
          <a:ln w="0">
            <a:noFill/>
            <a:prstDash val="solid"/>
          </a:ln>
        </p:spPr>
      </p:sp>
      <p:sp>
        <p:nvSpPr>
          <p:cNvPr id="15" name="text-Procedures are sca">
            <a:extLst>
              <a:ext uri="{FF2B5EF4-FFF2-40B4-BE49-F238E27FC236}">
                <a16:creationId xmlns:a16="http://schemas.microsoft.com/office/drawing/2014/main" id="{8B6C4EB7-B19A-472E-8094-7BC9B99EAD90}"/>
              </a:ext>
            </a:extLst>
          </p:cNvPr>
          <p:cNvSpPr>
            <a:spLocks noGrp="1"/>
          </p:cNvSpPr>
          <p:nvPr/>
        </p:nvSpPr>
        <p:spPr>
          <a:xfrm>
            <a:off x="809625" y="2524125"/>
            <a:ext cx="4333875" cy="590550"/>
          </a:xfrm>
          <a:prstGeom prst="rect">
            <a:avLst/>
          </a:prstGeom>
          <a:noFill/>
          <a:ln w="0">
            <a:noFill/>
            <a:prstDash val="solid"/>
          </a:ln>
        </p:spPr>
        <p:txBody>
          <a:bodyPr wrap="square" lIns="28575" tIns="19050" rIns="28575" bIns="19050" anchor="ctr">
            <a:normAutofit/>
          </a:bodyPr>
          <a:lstStyle/>
          <a:p>
            <a:pPr algn="l">
              <a:defRPr sz="1350" b="0">
                <a:solidFill>
                  <a:srgbClr val="3D3D3D"/>
                </a:solidFill>
                <a:latin typeface="CVS Health Sans"/>
                <a:ea typeface="CVS Health Sans"/>
                <a:cs typeface="CVS Health Sans"/>
              </a:defRPr>
            </a:pPr>
            <a:r>
              <a:rPr sz="1350" b="0" dirty="0">
                <a:solidFill>
                  <a:srgbClr val="3D3D3D"/>
                </a:solidFill>
                <a:latin typeface="CVS Health Sans"/>
                <a:ea typeface="CVS Health Sans"/>
                <a:cs typeface="CVS Health Sans"/>
              </a:rPr>
              <a:t>Procedures are scattered or too dense to scan quickly.</a:t>
            </a:r>
          </a:p>
        </p:txBody>
      </p:sp>
      <p:sp>
        <p:nvSpPr>
          <p:cNvPr id="16" name="box-60-357">
            <a:extLst>
              <a:ext uri="{FF2B5EF4-FFF2-40B4-BE49-F238E27FC236}">
                <a16:creationId xmlns:a16="http://schemas.microsoft.com/office/drawing/2014/main" id="{7C51FD5D-1D26-481B-9569-0674C65A0CF2}"/>
              </a:ext>
            </a:extLst>
          </p:cNvPr>
          <p:cNvSpPr>
            <a:spLocks noGrp="1"/>
          </p:cNvSpPr>
          <p:nvPr/>
        </p:nvSpPr>
        <p:spPr>
          <a:xfrm>
            <a:off x="571500" y="3400425"/>
            <a:ext cx="95250" cy="571500"/>
          </a:xfrm>
          <a:prstGeom prst="rect">
            <a:avLst/>
          </a:prstGeom>
          <a:solidFill>
            <a:srgbClr val="CC0000"/>
          </a:solidFill>
          <a:ln w="0">
            <a:noFill/>
            <a:prstDash val="solid"/>
          </a:ln>
        </p:spPr>
      </p:sp>
      <p:sp>
        <p:nvSpPr>
          <p:cNvPr id="17" name="text-Basic tasks become">
            <a:extLst>
              <a:ext uri="{FF2B5EF4-FFF2-40B4-BE49-F238E27FC236}">
                <a16:creationId xmlns:a16="http://schemas.microsoft.com/office/drawing/2014/main" id="{FC985A9E-A29A-432E-8789-99D847265C18}"/>
              </a:ext>
            </a:extLst>
          </p:cNvPr>
          <p:cNvSpPr>
            <a:spLocks noGrp="1"/>
          </p:cNvSpPr>
          <p:nvPr/>
        </p:nvSpPr>
        <p:spPr>
          <a:xfrm>
            <a:off x="809625" y="3400425"/>
            <a:ext cx="4333875" cy="590550"/>
          </a:xfrm>
          <a:prstGeom prst="rect">
            <a:avLst/>
          </a:prstGeom>
          <a:noFill/>
          <a:ln w="0">
            <a:noFill/>
            <a:prstDash val="solid"/>
          </a:ln>
        </p:spPr>
        <p:txBody>
          <a:bodyPr wrap="square" lIns="28575" tIns="19050" rIns="28575" bIns="19050" anchor="ctr">
            <a:normAutofit/>
          </a:bodyPr>
          <a:lstStyle/>
          <a:p>
            <a:pPr algn="l">
              <a:defRPr sz="1350" b="0">
                <a:solidFill>
                  <a:srgbClr val="3D3D3D"/>
                </a:solidFill>
                <a:latin typeface="CVS Health Sans"/>
                <a:ea typeface="CVS Health Sans"/>
                <a:cs typeface="CVS Health Sans"/>
              </a:defRPr>
            </a:pPr>
            <a:r>
              <a:rPr sz="1350" b="0" dirty="0">
                <a:solidFill>
                  <a:srgbClr val="3D3D3D"/>
                </a:solidFill>
                <a:latin typeface="CVS Health Sans"/>
                <a:ea typeface="CVS Health Sans"/>
                <a:cs typeface="CVS Health Sans"/>
              </a:rPr>
              <a:t>Basic tasks become interruptions for experienced colleagues.</a:t>
            </a:r>
          </a:p>
        </p:txBody>
      </p:sp>
      <p:sp>
        <p:nvSpPr>
          <p:cNvPr id="18" name="box-60-449">
            <a:extLst>
              <a:ext uri="{FF2B5EF4-FFF2-40B4-BE49-F238E27FC236}">
                <a16:creationId xmlns:a16="http://schemas.microsoft.com/office/drawing/2014/main" id="{B764A026-7452-4718-A282-20EF0770292A}"/>
              </a:ext>
            </a:extLst>
          </p:cNvPr>
          <p:cNvSpPr>
            <a:spLocks noGrp="1"/>
          </p:cNvSpPr>
          <p:nvPr/>
        </p:nvSpPr>
        <p:spPr>
          <a:xfrm>
            <a:off x="571500" y="4276725"/>
            <a:ext cx="95250" cy="571500"/>
          </a:xfrm>
          <a:prstGeom prst="rect">
            <a:avLst/>
          </a:prstGeom>
          <a:solidFill>
            <a:srgbClr val="CC0000"/>
          </a:solidFill>
          <a:ln w="0">
            <a:noFill/>
            <a:prstDash val="solid"/>
          </a:ln>
        </p:spPr>
      </p:sp>
      <p:sp>
        <p:nvSpPr>
          <p:cNvPr id="19" name="text-Confidence depends">
            <a:extLst>
              <a:ext uri="{FF2B5EF4-FFF2-40B4-BE49-F238E27FC236}">
                <a16:creationId xmlns:a16="http://schemas.microsoft.com/office/drawing/2014/main" id="{3E504E31-B0EF-4EE1-A5FE-D488A89D8AE5}"/>
              </a:ext>
            </a:extLst>
          </p:cNvPr>
          <p:cNvSpPr>
            <a:spLocks noGrp="1"/>
          </p:cNvSpPr>
          <p:nvPr/>
        </p:nvSpPr>
        <p:spPr>
          <a:xfrm>
            <a:off x="809625" y="4276725"/>
            <a:ext cx="4333875" cy="590550"/>
          </a:xfrm>
          <a:prstGeom prst="rect">
            <a:avLst/>
          </a:prstGeom>
          <a:noFill/>
          <a:ln w="0">
            <a:noFill/>
            <a:prstDash val="solid"/>
          </a:ln>
        </p:spPr>
        <p:txBody>
          <a:bodyPr wrap="square" lIns="28575" tIns="19050" rIns="28575" bIns="19050" anchor="ctr">
            <a:normAutofit/>
          </a:bodyPr>
          <a:lstStyle/>
          <a:p>
            <a:pPr algn="l">
              <a:defRPr sz="1350" b="0">
                <a:solidFill>
                  <a:srgbClr val="3D3D3D"/>
                </a:solidFill>
                <a:latin typeface="CVS Health Sans"/>
                <a:ea typeface="CVS Health Sans"/>
                <a:cs typeface="CVS Health Sans"/>
              </a:defRPr>
            </a:pPr>
            <a:r>
              <a:rPr sz="1350" b="0" dirty="0">
                <a:solidFill>
                  <a:srgbClr val="3D3D3D"/>
                </a:solidFill>
                <a:latin typeface="CVS Health Sans"/>
                <a:ea typeface="CVS Health Sans"/>
                <a:cs typeface="CVS Health Sans"/>
              </a:rPr>
              <a:t>Confidence depends on who is available to help.</a:t>
            </a:r>
          </a:p>
        </p:txBody>
      </p:sp>
      <p:sp>
        <p:nvSpPr>
          <p:cNvPr id="20" name="box-650-145">
            <a:extLst>
              <a:ext uri="{FF2B5EF4-FFF2-40B4-BE49-F238E27FC236}">
                <a16:creationId xmlns:a16="http://schemas.microsoft.com/office/drawing/2014/main" id="{96CF5FDD-613E-4EDF-8996-FB55B41F9D42}"/>
              </a:ext>
            </a:extLst>
          </p:cNvPr>
          <p:cNvSpPr>
            <a:spLocks noGrp="1"/>
          </p:cNvSpPr>
          <p:nvPr/>
        </p:nvSpPr>
        <p:spPr>
          <a:xfrm>
            <a:off x="6191250" y="1381125"/>
            <a:ext cx="4953000" cy="4095750"/>
          </a:xfrm>
          <a:prstGeom prst="roundRect">
            <a:avLst>
              <a:gd name="adj" fmla="val 1860"/>
            </a:avLst>
          </a:prstGeom>
          <a:solidFill>
            <a:srgbClr val="F3F4F5"/>
          </a:solidFill>
          <a:ln w="0">
            <a:noFill/>
            <a:prstDash val="solid"/>
          </a:ln>
        </p:spPr>
      </p:sp>
      <p:sp>
        <p:nvSpPr>
          <p:cNvPr id="21" name="box-690-185">
            <a:extLst>
              <a:ext uri="{FF2B5EF4-FFF2-40B4-BE49-F238E27FC236}">
                <a16:creationId xmlns:a16="http://schemas.microsoft.com/office/drawing/2014/main" id="{61CB2945-0594-4EC1-B4E2-EAC7E642C6F1}"/>
              </a:ext>
            </a:extLst>
          </p:cNvPr>
          <p:cNvSpPr>
            <a:spLocks noGrp="1"/>
          </p:cNvSpPr>
          <p:nvPr/>
        </p:nvSpPr>
        <p:spPr>
          <a:xfrm>
            <a:off x="6572250" y="1762125"/>
            <a:ext cx="114300" cy="3143250"/>
          </a:xfrm>
          <a:prstGeom prst="rect">
            <a:avLst/>
          </a:prstGeom>
          <a:solidFill>
            <a:srgbClr val="CC0000"/>
          </a:solidFill>
          <a:ln w="0">
            <a:noFill/>
            <a:prstDash val="solid"/>
          </a:ln>
        </p:spPr>
      </p:sp>
      <p:sp>
        <p:nvSpPr>
          <p:cNvPr id="22" name="text-RESEARCH EVIDENCE">
            <a:extLst>
              <a:ext uri="{FF2B5EF4-FFF2-40B4-BE49-F238E27FC236}">
                <a16:creationId xmlns:a16="http://schemas.microsoft.com/office/drawing/2014/main" id="{F4A3544D-DE5F-4477-966B-D6A11A279D60}"/>
              </a:ext>
            </a:extLst>
          </p:cNvPr>
          <p:cNvSpPr>
            <a:spLocks noGrp="1"/>
          </p:cNvSpPr>
          <p:nvPr/>
        </p:nvSpPr>
        <p:spPr>
          <a:xfrm>
            <a:off x="7000875" y="1733550"/>
            <a:ext cx="3429000" cy="304800"/>
          </a:xfrm>
          <a:prstGeom prst="rect">
            <a:avLst/>
          </a:prstGeom>
          <a:noFill/>
          <a:ln w="0">
            <a:noFill/>
            <a:prstDash val="solid"/>
          </a:ln>
        </p:spPr>
        <p:txBody>
          <a:bodyPr wrap="square" lIns="28575" tIns="19050" rIns="28575" bIns="19050" anchor="t">
            <a:normAutofit/>
          </a:bodyPr>
          <a:lstStyle/>
          <a:p>
            <a:pPr algn="l">
              <a:defRPr sz="1125" b="1">
                <a:solidFill>
                  <a:srgbClr val="CC0000"/>
                </a:solidFill>
                <a:latin typeface="CVS Health Sans"/>
                <a:ea typeface="CVS Health Sans"/>
                <a:cs typeface="CVS Health Sans"/>
              </a:defRPr>
            </a:pPr>
            <a:r>
              <a:rPr sz="1125" b="1" dirty="0">
                <a:solidFill>
                  <a:srgbClr val="CC0000"/>
                </a:solidFill>
                <a:latin typeface="CVS Health Sans"/>
                <a:ea typeface="CVS Health Sans"/>
                <a:cs typeface="CVS Health Sans"/>
              </a:rPr>
              <a:t>RESEARCH EVIDENCE</a:t>
            </a:r>
          </a:p>
        </p:txBody>
      </p:sp>
      <p:sp>
        <p:nvSpPr>
          <p:cNvPr id="23" name="text-Structured onboard">
            <a:extLst>
              <a:ext uri="{FF2B5EF4-FFF2-40B4-BE49-F238E27FC236}">
                <a16:creationId xmlns:a16="http://schemas.microsoft.com/office/drawing/2014/main" id="{53AE2BD8-5C6E-46DA-8FFC-09E945F4E07F}"/>
              </a:ext>
            </a:extLst>
          </p:cNvPr>
          <p:cNvSpPr>
            <a:spLocks noGrp="1"/>
          </p:cNvSpPr>
          <p:nvPr/>
        </p:nvSpPr>
        <p:spPr>
          <a:xfrm>
            <a:off x="7000875" y="2143125"/>
            <a:ext cx="3571875" cy="1143000"/>
          </a:xfrm>
          <a:prstGeom prst="rect">
            <a:avLst/>
          </a:prstGeom>
          <a:noFill/>
          <a:ln w="0">
            <a:noFill/>
            <a:prstDash val="solid"/>
          </a:ln>
        </p:spPr>
        <p:txBody>
          <a:bodyPr wrap="square" lIns="28575" tIns="19050" rIns="28575" bIns="19050" anchor="ctr">
            <a:normAutofit/>
          </a:bodyPr>
          <a:lstStyle/>
          <a:p>
            <a:pPr algn="l">
              <a:defRPr sz="2025" b="1">
                <a:solidFill>
                  <a:srgbClr val="0B2942"/>
                </a:solidFill>
                <a:latin typeface="CVS Health Sans"/>
                <a:ea typeface="CVS Health Sans"/>
                <a:cs typeface="CVS Health Sans"/>
              </a:defRPr>
            </a:pPr>
            <a:r>
              <a:rPr sz="2025" b="1" dirty="0">
                <a:solidFill>
                  <a:srgbClr val="0B2942"/>
                </a:solidFill>
                <a:latin typeface="CVS Health Sans"/>
                <a:ea typeface="CVS Health Sans"/>
                <a:cs typeface="CVS Health Sans"/>
              </a:rPr>
              <a:t>Structured onboarding strengthens role clarity and self-efficacy.</a:t>
            </a:r>
          </a:p>
        </p:txBody>
      </p:sp>
      <p:sp>
        <p:nvSpPr>
          <p:cNvPr id="24" name="text-Those are two of t">
            <a:extLst>
              <a:ext uri="{FF2B5EF4-FFF2-40B4-BE49-F238E27FC236}">
                <a16:creationId xmlns:a16="http://schemas.microsoft.com/office/drawing/2014/main" id="{60AE7CA0-3B0C-452C-943A-DAF772B1EE58}"/>
              </a:ext>
            </a:extLst>
          </p:cNvPr>
          <p:cNvSpPr>
            <a:spLocks noGrp="1"/>
          </p:cNvSpPr>
          <p:nvPr/>
        </p:nvSpPr>
        <p:spPr>
          <a:xfrm>
            <a:off x="7000875" y="3429000"/>
            <a:ext cx="3571875" cy="781050"/>
          </a:xfrm>
          <a:prstGeom prst="rect">
            <a:avLst/>
          </a:prstGeom>
          <a:noFill/>
          <a:ln w="0">
            <a:noFill/>
            <a:prstDash val="solid"/>
          </a:ln>
        </p:spPr>
        <p:txBody>
          <a:bodyPr wrap="square" lIns="28575" tIns="19050" rIns="28575" bIns="19050" anchor="ctr">
            <a:normAutofit/>
          </a:bodyPr>
          <a:lstStyle/>
          <a:p>
            <a:pPr algn="l">
              <a:defRPr sz="1350" b="0">
                <a:solidFill>
                  <a:srgbClr val="3D3D3D"/>
                </a:solidFill>
                <a:latin typeface="CVS Health Sans"/>
                <a:ea typeface="CVS Health Sans"/>
                <a:cs typeface="CVS Health Sans"/>
              </a:defRPr>
            </a:pPr>
            <a:r>
              <a:rPr sz="1350" b="0" dirty="0">
                <a:solidFill>
                  <a:srgbClr val="3D3D3D"/>
                </a:solidFill>
                <a:latin typeface="CVS Health Sans"/>
                <a:ea typeface="CVS Health Sans"/>
                <a:cs typeface="CVS Health Sans"/>
              </a:rPr>
              <a:t>Those are two of the strongest drivers of successful new-hire adjustment.</a:t>
            </a:r>
          </a:p>
        </p:txBody>
      </p:sp>
      <p:sp>
        <p:nvSpPr>
          <p:cNvPr id="25" name="text-Bauer et al., 2007">
            <a:extLst>
              <a:ext uri="{FF2B5EF4-FFF2-40B4-BE49-F238E27FC236}">
                <a16:creationId xmlns:a16="http://schemas.microsoft.com/office/drawing/2014/main" id="{720F1E69-F689-4737-8D6F-29F19688BF99}"/>
              </a:ext>
            </a:extLst>
          </p:cNvPr>
          <p:cNvSpPr>
            <a:spLocks noGrp="1"/>
          </p:cNvSpPr>
          <p:nvPr/>
        </p:nvSpPr>
        <p:spPr>
          <a:xfrm>
            <a:off x="7000875" y="4572000"/>
            <a:ext cx="3571875" cy="400050"/>
          </a:xfrm>
          <a:prstGeom prst="rect">
            <a:avLst/>
          </a:prstGeom>
          <a:noFill/>
          <a:ln w="0">
            <a:noFill/>
            <a:prstDash val="solid"/>
          </a:ln>
        </p:spPr>
        <p:txBody>
          <a:bodyPr wrap="square" lIns="28575" tIns="19050" rIns="28575" bIns="19050" anchor="ctr">
            <a:normAutofit/>
          </a:bodyPr>
          <a:lstStyle/>
          <a:p>
            <a:pPr algn="l">
              <a:defRPr sz="1050" b="1">
                <a:solidFill>
                  <a:srgbClr val="666666"/>
                </a:solidFill>
                <a:latin typeface="CVS Health Sans"/>
                <a:ea typeface="CVS Health Sans"/>
                <a:cs typeface="CVS Health Sans"/>
              </a:defRPr>
            </a:pPr>
            <a:r>
              <a:rPr sz="1050" b="1">
                <a:solidFill>
                  <a:srgbClr val="666666"/>
                </a:solidFill>
                <a:latin typeface="CVS Health Sans"/>
                <a:ea typeface="CVS Health Sans"/>
                <a:cs typeface="CVS Health Sans"/>
              </a:rPr>
              <a:t>Bauer et al., 2007 | Meta-analysis of 70 newcomer studies</a:t>
            </a:r>
          </a:p>
        </p:txBody>
      </p:sp>
    </p:spTree>
    <p:extLst>
      <p:ext uri="{BB962C8B-B14F-4D97-AF65-F5344CB8AC3E}">
        <p14:creationId xmlns:p14="http://schemas.microsoft.com/office/powerpoint/2010/main" val="20597096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Store 02876 collea">
            <a:extLst>
              <a:ext uri="{FF2B5EF4-FFF2-40B4-BE49-F238E27FC236}">
                <a16:creationId xmlns:a16="http://schemas.microsoft.com/office/drawing/2014/main" id="{FBE10652-54DB-4A3B-B829-08DC55B6F80C}"/>
              </a:ext>
            </a:extLst>
          </p:cNvPr>
          <p:cNvSpPr>
            <a:spLocks noGrp="1"/>
          </p:cNvSpPr>
          <p:nvPr/>
        </p:nvSpPr>
        <p:spPr>
          <a:xfrm>
            <a:off x="552450" y="400050"/>
            <a:ext cx="10668000" cy="514350"/>
          </a:xfrm>
          <a:prstGeom prst="rect">
            <a:avLst/>
          </a:prstGeom>
          <a:noFill/>
          <a:ln w="0">
            <a:noFill/>
            <a:prstDash val="solid"/>
          </a:ln>
        </p:spPr>
        <p:txBody>
          <a:bodyPr wrap="square" lIns="28575" tIns="19050" rIns="28575" bIns="19050" anchor="t">
            <a:normAutofit/>
          </a:bodyPr>
          <a:lstStyle/>
          <a:p>
            <a:pPr algn="l">
              <a:defRPr sz="2400" b="1">
                <a:solidFill>
                  <a:srgbClr val="3D3D3D"/>
                </a:solidFill>
                <a:latin typeface="CVS Health Sans"/>
                <a:ea typeface="CVS Health Sans"/>
                <a:cs typeface="CVS Health Sans"/>
              </a:defRPr>
            </a:pPr>
            <a:r>
              <a:rPr lang="en-US" sz="2400" b="1" dirty="0">
                <a:solidFill>
                  <a:srgbClr val="3D3D3D"/>
                </a:solidFill>
                <a:latin typeface="CVS Health Sans"/>
                <a:ea typeface="CVS Health Sans"/>
                <a:cs typeface="CVS Health Sans"/>
              </a:rPr>
              <a:t>C</a:t>
            </a:r>
            <a:r>
              <a:rPr sz="2400" b="1" dirty="0">
                <a:solidFill>
                  <a:srgbClr val="3D3D3D"/>
                </a:solidFill>
                <a:latin typeface="CVS Health Sans"/>
                <a:ea typeface="CVS Health Sans"/>
                <a:cs typeface="CVS Health Sans"/>
              </a:rPr>
              <a:t>olleagues described a local training need</a:t>
            </a:r>
          </a:p>
        </p:txBody>
      </p:sp>
      <p:sp>
        <p:nvSpPr>
          <p:cNvPr id="2" name="text-Local pulse survey">
            <a:extLst>
              <a:ext uri="{FF2B5EF4-FFF2-40B4-BE49-F238E27FC236}">
                <a16:creationId xmlns:a16="http://schemas.microsoft.com/office/drawing/2014/main" id="{14ED55F9-5D2D-42F5-AC9C-9DC99C2328E1}"/>
              </a:ext>
            </a:extLst>
          </p:cNvPr>
          <p:cNvSpPr>
            <a:spLocks noGrp="1"/>
          </p:cNvSpPr>
          <p:nvPr/>
        </p:nvSpPr>
        <p:spPr>
          <a:xfrm>
            <a:off x="7571422" y="1247775"/>
            <a:ext cx="2722648" cy="304800"/>
          </a:xfrm>
          <a:prstGeom prst="rect">
            <a:avLst/>
          </a:prstGeom>
          <a:noFill/>
          <a:ln w="0">
            <a:noFill/>
            <a:prstDash val="solid"/>
          </a:ln>
        </p:spPr>
        <p:txBody>
          <a:bodyPr wrap="square" lIns="28575" tIns="19050" rIns="28575" bIns="19050" anchor="t">
            <a:normAutofit/>
          </a:bodyPr>
          <a:lstStyle/>
          <a:p>
            <a:pPr algn="l">
              <a:defRPr sz="1200" b="0">
                <a:solidFill>
                  <a:srgbClr val="666666"/>
                </a:solidFill>
                <a:latin typeface="CVS Health Sans"/>
                <a:ea typeface="CVS Health Sans"/>
                <a:cs typeface="CVS Health Sans"/>
              </a:defRPr>
            </a:pPr>
            <a:r>
              <a:rPr sz="1200" b="0" dirty="0">
                <a:solidFill>
                  <a:srgbClr val="666666"/>
                </a:solidFill>
                <a:latin typeface="CVS Health Sans"/>
                <a:ea typeface="CVS Health Sans"/>
                <a:cs typeface="CVS Health Sans"/>
              </a:rPr>
              <a:t>all respondents had 1–6 months of tenure</a:t>
            </a:r>
          </a:p>
        </p:txBody>
      </p:sp>
      <p:sp>
        <p:nvSpPr>
          <p:cNvPr id="3" name="text-These responses ca">
            <a:extLst>
              <a:ext uri="{FF2B5EF4-FFF2-40B4-BE49-F238E27FC236}">
                <a16:creationId xmlns:a16="http://schemas.microsoft.com/office/drawing/2014/main" id="{2DB77E36-1607-4BCF-830F-DF9729032F27}"/>
              </a:ext>
            </a:extLst>
          </p:cNvPr>
          <p:cNvSpPr>
            <a:spLocks noGrp="1"/>
          </p:cNvSpPr>
          <p:nvPr/>
        </p:nvSpPr>
        <p:spPr>
          <a:xfrm>
            <a:off x="552450" y="1473708"/>
            <a:ext cx="3714750" cy="990600"/>
          </a:xfrm>
          <a:prstGeom prst="rect">
            <a:avLst/>
          </a:prstGeom>
          <a:noFill/>
          <a:ln w="0">
            <a:noFill/>
            <a:prstDash val="solid"/>
          </a:ln>
        </p:spPr>
        <p:txBody>
          <a:bodyPr wrap="square" lIns="28575" tIns="19050" rIns="28575" bIns="19050" anchor="t">
            <a:noAutofit/>
          </a:bodyPr>
          <a:lstStyle/>
          <a:p>
            <a:pPr algn="l">
              <a:defRPr sz="1500" b="1">
                <a:solidFill>
                  <a:srgbClr val="3D3D3D"/>
                </a:solidFill>
                <a:latin typeface="CVS Health Sans"/>
                <a:ea typeface="CVS Health Sans"/>
                <a:cs typeface="CVS Health Sans"/>
              </a:defRPr>
            </a:pPr>
            <a:r>
              <a:rPr lang="en-US" sz="2400" b="1" dirty="0">
                <a:solidFill>
                  <a:srgbClr val="3D3D3D"/>
                </a:solidFill>
                <a:latin typeface="CVS Health Sans"/>
                <a:ea typeface="CVS Health Sans"/>
                <a:cs typeface="CVS Health Sans"/>
              </a:rPr>
              <a:t>Some survey results based on my current store.</a:t>
            </a:r>
            <a:endParaRPr sz="2400" b="1" dirty="0">
              <a:solidFill>
                <a:srgbClr val="3D3D3D"/>
              </a:solidFill>
              <a:latin typeface="CVS Health Sans"/>
              <a:ea typeface="CVS Health Sans"/>
              <a:cs typeface="CVS Health Sans"/>
            </a:endParaRPr>
          </a:p>
        </p:txBody>
      </p:sp>
      <p:sp>
        <p:nvSpPr>
          <p:cNvPr id="4" name="text-Average Photo conf">
            <a:extLst>
              <a:ext uri="{FF2B5EF4-FFF2-40B4-BE49-F238E27FC236}">
                <a16:creationId xmlns:a16="http://schemas.microsoft.com/office/drawing/2014/main" id="{BD61329B-2AC4-4939-A632-FFD49DDCAF8E}"/>
              </a:ext>
            </a:extLst>
          </p:cNvPr>
          <p:cNvSpPr>
            <a:spLocks noGrp="1"/>
          </p:cNvSpPr>
          <p:nvPr/>
        </p:nvSpPr>
        <p:spPr>
          <a:xfrm>
            <a:off x="552450" y="2809875"/>
            <a:ext cx="3714750" cy="857250"/>
          </a:xfrm>
          <a:prstGeom prst="rect">
            <a:avLst/>
          </a:prstGeom>
          <a:noFill/>
          <a:ln w="0">
            <a:noFill/>
            <a:prstDash val="solid"/>
          </a:ln>
        </p:spPr>
        <p:txBody>
          <a:bodyPr wrap="square" lIns="28575" tIns="19050" rIns="28575" bIns="19050" anchor="t">
            <a:noAutofit/>
          </a:bodyPr>
          <a:lstStyle/>
          <a:p>
            <a:pPr algn="l">
              <a:defRPr sz="1425" b="0">
                <a:solidFill>
                  <a:srgbClr val="666666"/>
                </a:solidFill>
                <a:latin typeface="CVS Health Sans"/>
                <a:ea typeface="CVS Health Sans"/>
                <a:cs typeface="CVS Health Sans"/>
              </a:defRPr>
            </a:pPr>
            <a:r>
              <a:rPr sz="2400" b="1" dirty="0">
                <a:latin typeface="CVS Health Sans"/>
                <a:ea typeface="CVS Health Sans"/>
                <a:cs typeface="CVS Health Sans"/>
              </a:rPr>
              <a:t>Average Photo confidence: 3.75 / 5</a:t>
            </a:r>
          </a:p>
          <a:p>
            <a:pPr algn="l">
              <a:defRPr sz="1425" b="0">
                <a:solidFill>
                  <a:srgbClr val="666666"/>
                </a:solidFill>
                <a:latin typeface="CVS Health Sans"/>
                <a:ea typeface="CVS Health Sans"/>
                <a:cs typeface="CVS Health Sans"/>
              </a:defRPr>
            </a:pPr>
            <a:r>
              <a:rPr sz="2400" b="1" dirty="0">
                <a:latin typeface="CVS Health Sans"/>
                <a:ea typeface="CVS Health Sans"/>
                <a:cs typeface="CVS Health Sans"/>
              </a:rPr>
              <a:t>Average expected QR usefulness: 3.5 / 5</a:t>
            </a:r>
          </a:p>
        </p:txBody>
      </p:sp>
      <p:sp>
        <p:nvSpPr>
          <p:cNvPr id="5" name="box-500-165">
            <a:extLst>
              <a:ext uri="{FF2B5EF4-FFF2-40B4-BE49-F238E27FC236}">
                <a16:creationId xmlns:a16="http://schemas.microsoft.com/office/drawing/2014/main" id="{AFFA4B47-09EB-4641-9E72-7D35C5AE963D}"/>
              </a:ext>
            </a:extLst>
          </p:cNvPr>
          <p:cNvSpPr>
            <a:spLocks noGrp="1"/>
          </p:cNvSpPr>
          <p:nvPr/>
        </p:nvSpPr>
        <p:spPr>
          <a:xfrm>
            <a:off x="6499860" y="1571625"/>
            <a:ext cx="2143125" cy="1619250"/>
          </a:xfrm>
          <a:prstGeom prst="roundRect">
            <a:avLst>
              <a:gd name="adj" fmla="val 4706"/>
            </a:avLst>
          </a:prstGeom>
          <a:solidFill>
            <a:srgbClr val="FCEBEC"/>
          </a:solidFill>
          <a:ln w="0">
            <a:noFill/>
            <a:prstDash val="solid"/>
          </a:ln>
        </p:spPr>
      </p:sp>
      <p:sp>
        <p:nvSpPr>
          <p:cNvPr id="6" name="text-2 / 4">
            <a:extLst>
              <a:ext uri="{FF2B5EF4-FFF2-40B4-BE49-F238E27FC236}">
                <a16:creationId xmlns:a16="http://schemas.microsoft.com/office/drawing/2014/main" id="{CDB5698B-9890-4D30-8D18-B5F3E7D2BC34}"/>
              </a:ext>
            </a:extLst>
          </p:cNvPr>
          <p:cNvSpPr>
            <a:spLocks noGrp="1"/>
          </p:cNvSpPr>
          <p:nvPr/>
        </p:nvSpPr>
        <p:spPr>
          <a:xfrm>
            <a:off x="6642735" y="1762125"/>
            <a:ext cx="1857375" cy="666750"/>
          </a:xfrm>
          <a:prstGeom prst="rect">
            <a:avLst/>
          </a:prstGeom>
          <a:noFill/>
          <a:ln w="0">
            <a:noFill/>
            <a:prstDash val="solid"/>
          </a:ln>
        </p:spPr>
        <p:txBody>
          <a:bodyPr wrap="square" lIns="28575" tIns="19050" rIns="28575" bIns="19050" anchor="ctr">
            <a:normAutofit/>
          </a:bodyPr>
          <a:lstStyle/>
          <a:p>
            <a:pPr algn="ctr">
              <a:defRPr sz="3750" b="1">
                <a:solidFill>
                  <a:srgbClr val="CC0000"/>
                </a:solidFill>
                <a:latin typeface="CVS Health Sans"/>
                <a:ea typeface="CVS Health Sans"/>
                <a:cs typeface="CVS Health Sans"/>
              </a:defRPr>
            </a:pPr>
            <a:r>
              <a:rPr lang="en-US" sz="3750" b="1" dirty="0">
                <a:solidFill>
                  <a:srgbClr val="CC0000"/>
                </a:solidFill>
                <a:latin typeface="CVS Health Sans"/>
                <a:ea typeface="CVS Health Sans"/>
                <a:cs typeface="CVS Health Sans"/>
              </a:rPr>
              <a:t>50%</a:t>
            </a:r>
            <a:endParaRPr sz="3750" b="1" dirty="0">
              <a:solidFill>
                <a:srgbClr val="CC0000"/>
              </a:solidFill>
              <a:latin typeface="CVS Health Sans"/>
              <a:ea typeface="CVS Health Sans"/>
              <a:cs typeface="CVS Health Sans"/>
            </a:endParaRPr>
          </a:p>
        </p:txBody>
      </p:sp>
      <p:sp>
        <p:nvSpPr>
          <p:cNvPr id="7" name="text-mostly figured pro">
            <a:extLst>
              <a:ext uri="{FF2B5EF4-FFF2-40B4-BE49-F238E27FC236}">
                <a16:creationId xmlns:a16="http://schemas.microsoft.com/office/drawing/2014/main" id="{F938823F-65C7-4D7A-9823-7B8E288BE91E}"/>
              </a:ext>
            </a:extLst>
          </p:cNvPr>
          <p:cNvSpPr>
            <a:spLocks noGrp="1"/>
          </p:cNvSpPr>
          <p:nvPr/>
        </p:nvSpPr>
        <p:spPr>
          <a:xfrm>
            <a:off x="6671310" y="2466975"/>
            <a:ext cx="1800225" cy="533400"/>
          </a:xfrm>
          <a:prstGeom prst="rect">
            <a:avLst/>
          </a:prstGeom>
          <a:noFill/>
          <a:ln w="0">
            <a:noFill/>
            <a:prstDash val="solid"/>
          </a:ln>
        </p:spPr>
        <p:txBody>
          <a:bodyPr wrap="square" lIns="28575" tIns="19050" rIns="28575" bIns="19050" anchor="ctr">
            <a:normAutofit fontScale="86064"/>
          </a:bodyPr>
          <a:lstStyle/>
          <a:p>
            <a:pPr algn="ctr">
              <a:defRPr sz="1350" b="1">
                <a:solidFill>
                  <a:srgbClr val="3D3D3D"/>
                </a:solidFill>
                <a:latin typeface="CVS Health Sans"/>
                <a:ea typeface="CVS Health Sans"/>
                <a:cs typeface="CVS Health Sans"/>
              </a:defRPr>
            </a:pPr>
            <a:r>
              <a:rPr sz="1350" b="1">
                <a:solidFill>
                  <a:srgbClr val="3D3D3D"/>
                </a:solidFill>
                <a:latin typeface="CVS Health Sans"/>
                <a:ea typeface="CVS Health Sans"/>
                <a:cs typeface="CVS Health Sans"/>
              </a:rPr>
              <a:t>mostly figured procedures out themselves</a:t>
            </a:r>
          </a:p>
        </p:txBody>
      </p:sp>
      <p:sp>
        <p:nvSpPr>
          <p:cNvPr id="8" name="box-745-165">
            <a:extLst>
              <a:ext uri="{FF2B5EF4-FFF2-40B4-BE49-F238E27FC236}">
                <a16:creationId xmlns:a16="http://schemas.microsoft.com/office/drawing/2014/main" id="{210C96D7-337E-459B-B95C-138838C64078}"/>
              </a:ext>
            </a:extLst>
          </p:cNvPr>
          <p:cNvSpPr>
            <a:spLocks noGrp="1"/>
          </p:cNvSpPr>
          <p:nvPr/>
        </p:nvSpPr>
        <p:spPr>
          <a:xfrm>
            <a:off x="9429750" y="1571625"/>
            <a:ext cx="2143125" cy="1619250"/>
          </a:xfrm>
          <a:prstGeom prst="roundRect">
            <a:avLst>
              <a:gd name="adj" fmla="val 0"/>
            </a:avLst>
          </a:prstGeom>
          <a:solidFill>
            <a:srgbClr val="F3F4F5"/>
          </a:solidFill>
          <a:ln w="0">
            <a:noFill/>
            <a:prstDash val="solid"/>
          </a:ln>
        </p:spPr>
      </p:sp>
      <p:sp>
        <p:nvSpPr>
          <p:cNvPr id="9" name="text-3 / 4">
            <a:extLst>
              <a:ext uri="{FF2B5EF4-FFF2-40B4-BE49-F238E27FC236}">
                <a16:creationId xmlns:a16="http://schemas.microsoft.com/office/drawing/2014/main" id="{3955FB02-8288-41A2-ABE8-99B8E93437F4}"/>
              </a:ext>
            </a:extLst>
          </p:cNvPr>
          <p:cNvSpPr>
            <a:spLocks noGrp="1"/>
          </p:cNvSpPr>
          <p:nvPr/>
        </p:nvSpPr>
        <p:spPr>
          <a:xfrm>
            <a:off x="9572625" y="1762125"/>
            <a:ext cx="1857375" cy="666750"/>
          </a:xfrm>
          <a:prstGeom prst="rect">
            <a:avLst/>
          </a:prstGeom>
          <a:noFill/>
          <a:ln w="0">
            <a:noFill/>
            <a:prstDash val="solid"/>
          </a:ln>
        </p:spPr>
        <p:txBody>
          <a:bodyPr wrap="square" lIns="28575" tIns="19050" rIns="28575" bIns="19050" anchor="ctr">
            <a:normAutofit/>
          </a:bodyPr>
          <a:lstStyle/>
          <a:p>
            <a:pPr algn="ctr">
              <a:defRPr sz="3750" b="1">
                <a:solidFill>
                  <a:srgbClr val="CC0000"/>
                </a:solidFill>
                <a:latin typeface="CVS Health Sans"/>
                <a:ea typeface="CVS Health Sans"/>
                <a:cs typeface="CVS Health Sans"/>
              </a:defRPr>
            </a:pPr>
            <a:r>
              <a:rPr lang="en-US" sz="3750" b="1" dirty="0">
                <a:solidFill>
                  <a:srgbClr val="CC0000"/>
                </a:solidFill>
                <a:latin typeface="CVS Health Sans"/>
                <a:ea typeface="CVS Health Sans"/>
                <a:cs typeface="CVS Health Sans"/>
              </a:rPr>
              <a:t>75%</a:t>
            </a:r>
            <a:endParaRPr sz="3750" b="1" dirty="0">
              <a:solidFill>
                <a:srgbClr val="CC0000"/>
              </a:solidFill>
              <a:latin typeface="CVS Health Sans"/>
              <a:ea typeface="CVS Health Sans"/>
              <a:cs typeface="CVS Health Sans"/>
            </a:endParaRPr>
          </a:p>
        </p:txBody>
      </p:sp>
      <p:sp>
        <p:nvSpPr>
          <p:cNvPr id="10" name="text-ask for help daily">
            <a:extLst>
              <a:ext uri="{FF2B5EF4-FFF2-40B4-BE49-F238E27FC236}">
                <a16:creationId xmlns:a16="http://schemas.microsoft.com/office/drawing/2014/main" id="{B63ECE62-45A8-4DC7-BBB2-8B9085B6C528}"/>
              </a:ext>
            </a:extLst>
          </p:cNvPr>
          <p:cNvSpPr>
            <a:spLocks noGrp="1"/>
          </p:cNvSpPr>
          <p:nvPr/>
        </p:nvSpPr>
        <p:spPr>
          <a:xfrm>
            <a:off x="9601200" y="2466975"/>
            <a:ext cx="1800225" cy="533400"/>
          </a:xfrm>
          <a:prstGeom prst="rect">
            <a:avLst/>
          </a:prstGeom>
          <a:noFill/>
          <a:ln w="0">
            <a:noFill/>
            <a:prstDash val="solid"/>
          </a:ln>
        </p:spPr>
        <p:txBody>
          <a:bodyPr wrap="square" lIns="28575" tIns="19050" rIns="28575" bIns="19050" anchor="ctr">
            <a:normAutofit/>
          </a:bodyPr>
          <a:lstStyle/>
          <a:p>
            <a:pPr algn="ctr">
              <a:defRPr sz="1350" b="1">
                <a:solidFill>
                  <a:srgbClr val="3D3D3D"/>
                </a:solidFill>
                <a:latin typeface="CVS Health Sans"/>
                <a:ea typeface="CVS Health Sans"/>
                <a:cs typeface="CVS Health Sans"/>
              </a:defRPr>
            </a:pPr>
            <a:r>
              <a:rPr sz="1350" b="1">
                <a:solidFill>
                  <a:srgbClr val="3D3D3D"/>
                </a:solidFill>
                <a:latin typeface="CVS Health Sans"/>
                <a:ea typeface="CVS Health Sans"/>
                <a:cs typeface="CVS Health Sans"/>
              </a:rPr>
              <a:t>ask for help daily or weekly</a:t>
            </a:r>
          </a:p>
        </p:txBody>
      </p:sp>
      <p:sp>
        <p:nvSpPr>
          <p:cNvPr id="14" name="text-Design implication">
            <a:extLst>
              <a:ext uri="{FF2B5EF4-FFF2-40B4-BE49-F238E27FC236}">
                <a16:creationId xmlns:a16="http://schemas.microsoft.com/office/drawing/2014/main" id="{51C8480B-3279-4EC9-820F-928BF9612EC1}"/>
              </a:ext>
            </a:extLst>
          </p:cNvPr>
          <p:cNvSpPr>
            <a:spLocks noGrp="1"/>
          </p:cNvSpPr>
          <p:nvPr/>
        </p:nvSpPr>
        <p:spPr>
          <a:xfrm>
            <a:off x="6409944" y="3667125"/>
            <a:ext cx="5162931" cy="762000"/>
          </a:xfrm>
          <a:prstGeom prst="rect">
            <a:avLst/>
          </a:prstGeom>
          <a:noFill/>
          <a:ln w="0">
            <a:noFill/>
            <a:prstDash val="solid"/>
          </a:ln>
        </p:spPr>
        <p:txBody>
          <a:bodyPr wrap="square" lIns="28575" tIns="19050" rIns="28575" bIns="19050" anchor="ctr">
            <a:normAutofit/>
          </a:bodyPr>
          <a:lstStyle/>
          <a:p>
            <a:pPr algn="ctr">
              <a:defRPr sz="1725" b="1">
                <a:solidFill>
                  <a:srgbClr val="0B2942"/>
                </a:solidFill>
                <a:latin typeface="CVS Health Sans"/>
                <a:ea typeface="CVS Health Sans"/>
                <a:cs typeface="CVS Health Sans"/>
              </a:defRPr>
            </a:pPr>
            <a:r>
              <a:rPr sz="1725" b="1" dirty="0">
                <a:solidFill>
                  <a:srgbClr val="0B2942"/>
                </a:solidFill>
                <a:latin typeface="CVS Health Sans"/>
                <a:ea typeface="CVS Health Sans"/>
                <a:cs typeface="CVS Health Sans"/>
              </a:rPr>
              <a:t>Design implication: support should be visual, fast to scan, and available without waiting for another person.</a:t>
            </a:r>
          </a:p>
        </p:txBody>
      </p:sp>
      <p:sp>
        <p:nvSpPr>
          <p:cNvPr id="15" name="text-Source: Associate ">
            <a:extLst>
              <a:ext uri="{FF2B5EF4-FFF2-40B4-BE49-F238E27FC236}">
                <a16:creationId xmlns:a16="http://schemas.microsoft.com/office/drawing/2014/main" id="{67734DBF-DEA5-4BF6-9F3C-ADF0A4679ADC}"/>
              </a:ext>
            </a:extLst>
          </p:cNvPr>
          <p:cNvSpPr>
            <a:spLocks noGrp="1"/>
          </p:cNvSpPr>
          <p:nvPr/>
        </p:nvSpPr>
        <p:spPr>
          <a:xfrm>
            <a:off x="552450" y="5905500"/>
            <a:ext cx="8572500" cy="247650"/>
          </a:xfrm>
          <a:prstGeom prst="rect">
            <a:avLst/>
          </a:prstGeom>
          <a:noFill/>
          <a:ln w="0">
            <a:noFill/>
            <a:prstDash val="solid"/>
          </a:ln>
        </p:spPr>
        <p:txBody>
          <a:bodyPr wrap="square" lIns="28575" tIns="19050" rIns="28575" bIns="19050" anchor="t">
            <a:normAutofit/>
          </a:bodyPr>
          <a:lstStyle/>
          <a:p>
            <a:pPr algn="l">
              <a:defRPr sz="900" b="0">
                <a:solidFill>
                  <a:srgbClr val="666666"/>
                </a:solidFill>
                <a:latin typeface="CVS Health Sans"/>
                <a:ea typeface="CVS Health Sans"/>
                <a:cs typeface="CVS Health Sans"/>
              </a:defRPr>
            </a:pPr>
            <a:r>
              <a:rPr sz="900" b="0">
                <a:solidFill>
                  <a:srgbClr val="666666"/>
                </a:solidFill>
                <a:latin typeface="CVS Health Sans"/>
                <a:ea typeface="CVS Health Sans"/>
                <a:cs typeface="CVS Health Sans"/>
              </a:rPr>
              <a:t>Source: Associate Confidence &amp; Knowledge Survey, CVS Store 02876 (descriptive results only).</a:t>
            </a:r>
          </a:p>
        </p:txBody>
      </p:sp>
    </p:spTree>
    <p:extLst>
      <p:ext uri="{BB962C8B-B14F-4D97-AF65-F5344CB8AC3E}">
        <p14:creationId xmlns:p14="http://schemas.microsoft.com/office/powerpoint/2010/main" val="6477992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The solution was b">
            <a:extLst>
              <a:ext uri="{FF2B5EF4-FFF2-40B4-BE49-F238E27FC236}">
                <a16:creationId xmlns:a16="http://schemas.microsoft.com/office/drawing/2014/main" id="{138581AD-DF81-4D25-A00D-54DE6BCB0131}"/>
              </a:ext>
            </a:extLst>
          </p:cNvPr>
          <p:cNvSpPr>
            <a:spLocks noGrp="1"/>
          </p:cNvSpPr>
          <p:nvPr/>
        </p:nvSpPr>
        <p:spPr>
          <a:xfrm>
            <a:off x="552450" y="400050"/>
            <a:ext cx="10668000" cy="514350"/>
          </a:xfrm>
          <a:prstGeom prst="rect">
            <a:avLst/>
          </a:prstGeom>
          <a:noFill/>
          <a:ln w="0">
            <a:noFill/>
            <a:prstDash val="solid"/>
          </a:ln>
        </p:spPr>
        <p:txBody>
          <a:bodyPr wrap="square" lIns="28575" tIns="19050" rIns="28575" bIns="19050" anchor="t">
            <a:normAutofit/>
          </a:bodyPr>
          <a:lstStyle/>
          <a:p>
            <a:pPr algn="l">
              <a:defRPr sz="2400" b="1">
                <a:solidFill>
                  <a:srgbClr val="3D3D3D"/>
                </a:solidFill>
                <a:latin typeface="CVS Health Sans"/>
                <a:ea typeface="CVS Health Sans"/>
                <a:cs typeface="CVS Health Sans"/>
              </a:defRPr>
            </a:pPr>
            <a:r>
              <a:rPr sz="2400" b="1">
                <a:solidFill>
                  <a:srgbClr val="3D3D3D"/>
                </a:solidFill>
                <a:latin typeface="CVS Health Sans"/>
                <a:ea typeface="CVS Health Sans"/>
                <a:cs typeface="CVS Health Sans"/>
              </a:rPr>
              <a:t>The solution was built around four design choices</a:t>
            </a:r>
          </a:p>
        </p:txBody>
      </p:sp>
      <p:sp>
        <p:nvSpPr>
          <p:cNvPr id="2" name="box-148-185">
            <a:extLst>
              <a:ext uri="{FF2B5EF4-FFF2-40B4-BE49-F238E27FC236}">
                <a16:creationId xmlns:a16="http://schemas.microsoft.com/office/drawing/2014/main" id="{1BAA67E4-59BE-4A28-8385-D1202EB78E8D}"/>
              </a:ext>
            </a:extLst>
          </p:cNvPr>
          <p:cNvSpPr>
            <a:spLocks noGrp="1"/>
          </p:cNvSpPr>
          <p:nvPr/>
        </p:nvSpPr>
        <p:spPr>
          <a:xfrm>
            <a:off x="1409700" y="1762125"/>
            <a:ext cx="876300" cy="876300"/>
          </a:xfrm>
          <a:prstGeom prst="ellipse">
            <a:avLst/>
          </a:prstGeom>
          <a:solidFill>
            <a:srgbClr val="CC0000"/>
          </a:solidFill>
          <a:ln w="0">
            <a:noFill/>
            <a:prstDash val="solid"/>
          </a:ln>
        </p:spPr>
        <p:txBody>
          <a:bodyPr anchor="ctr">
            <a:normAutofit/>
          </a:bodyPr>
          <a:lstStyle/>
          <a:p>
            <a:pPr algn="ctr">
              <a:defRPr sz="2250" b="1">
                <a:solidFill>
                  <a:srgbClr val="FFFFFF"/>
                </a:solidFill>
                <a:latin typeface="CVS Health Sans"/>
                <a:ea typeface="CVS Health Sans"/>
                <a:cs typeface="CVS Health Sans"/>
              </a:defRPr>
            </a:pPr>
            <a:r>
              <a:rPr sz="2250" b="1">
                <a:solidFill>
                  <a:srgbClr val="FFFFFF"/>
                </a:solidFill>
                <a:latin typeface="CVS Health Sans"/>
                <a:ea typeface="CVS Health Sans"/>
                <a:cs typeface="CVS Health Sans"/>
              </a:rPr>
              <a:t>1</a:t>
            </a:r>
          </a:p>
        </p:txBody>
      </p:sp>
      <p:sp>
        <p:nvSpPr>
          <p:cNvPr id="3" name="text-At the workstation">
            <a:extLst>
              <a:ext uri="{FF2B5EF4-FFF2-40B4-BE49-F238E27FC236}">
                <a16:creationId xmlns:a16="http://schemas.microsoft.com/office/drawing/2014/main" id="{61527FFC-15B6-45DE-9084-7CC66FD13CD9}"/>
              </a:ext>
            </a:extLst>
          </p:cNvPr>
          <p:cNvSpPr>
            <a:spLocks noGrp="1"/>
          </p:cNvSpPr>
          <p:nvPr/>
        </p:nvSpPr>
        <p:spPr>
          <a:xfrm>
            <a:off x="857250" y="2895600"/>
            <a:ext cx="1981200" cy="533400"/>
          </a:xfrm>
          <a:prstGeom prst="rect">
            <a:avLst/>
          </a:prstGeom>
          <a:noFill/>
          <a:ln w="0">
            <a:noFill/>
            <a:prstDash val="solid"/>
          </a:ln>
        </p:spPr>
        <p:txBody>
          <a:bodyPr wrap="square" lIns="28575" tIns="19050" rIns="28575" bIns="19050" anchor="ctr">
            <a:normAutofit/>
          </a:bodyPr>
          <a:lstStyle/>
          <a:p>
            <a:pPr algn="ctr">
              <a:defRPr sz="1500" b="1">
                <a:solidFill>
                  <a:srgbClr val="3D3D3D"/>
                </a:solidFill>
                <a:latin typeface="CVS Health Sans"/>
                <a:ea typeface="CVS Health Sans"/>
                <a:cs typeface="CVS Health Sans"/>
              </a:defRPr>
            </a:pPr>
            <a:r>
              <a:rPr sz="1500" b="1">
                <a:solidFill>
                  <a:srgbClr val="3D3D3D"/>
                </a:solidFill>
                <a:latin typeface="CVS Health Sans"/>
                <a:ea typeface="CVS Health Sans"/>
                <a:cs typeface="CVS Health Sans"/>
              </a:rPr>
              <a:t>At the workstation</a:t>
            </a:r>
          </a:p>
        </p:txBody>
      </p:sp>
      <p:sp>
        <p:nvSpPr>
          <p:cNvPr id="4" name="text-A QR code opens th">
            <a:extLst>
              <a:ext uri="{FF2B5EF4-FFF2-40B4-BE49-F238E27FC236}">
                <a16:creationId xmlns:a16="http://schemas.microsoft.com/office/drawing/2014/main" id="{75AEFB0D-5836-43D9-AB05-49FBC8A4989D}"/>
              </a:ext>
            </a:extLst>
          </p:cNvPr>
          <p:cNvSpPr>
            <a:spLocks noGrp="1"/>
          </p:cNvSpPr>
          <p:nvPr/>
        </p:nvSpPr>
        <p:spPr>
          <a:xfrm>
            <a:off x="904875" y="3486150"/>
            <a:ext cx="1885950" cy="933450"/>
          </a:xfrm>
          <a:prstGeom prst="rect">
            <a:avLst/>
          </a:prstGeom>
          <a:noFill/>
          <a:ln w="0">
            <a:noFill/>
            <a:prstDash val="solid"/>
          </a:ln>
        </p:spPr>
        <p:txBody>
          <a:bodyPr wrap="square" lIns="28575" tIns="19050" rIns="28575" bIns="19050" anchor="t">
            <a:normAutofit/>
          </a:bodyPr>
          <a:lstStyle/>
          <a:p>
            <a:pPr algn="ctr">
              <a:defRPr sz="1200" b="0">
                <a:solidFill>
                  <a:srgbClr val="666666"/>
                </a:solidFill>
                <a:latin typeface="CVS Health Sans"/>
                <a:ea typeface="CVS Health Sans"/>
                <a:cs typeface="CVS Health Sans"/>
              </a:defRPr>
            </a:pPr>
            <a:r>
              <a:rPr sz="1200" b="0">
                <a:solidFill>
                  <a:srgbClr val="666666"/>
                </a:solidFill>
                <a:latin typeface="CVS Health Sans"/>
                <a:ea typeface="CVS Health Sans"/>
                <a:cs typeface="CVS Health Sans"/>
              </a:rPr>
              <a:t>A QR code opens the exact training hub where the task happens.</a:t>
            </a:r>
          </a:p>
        </p:txBody>
      </p:sp>
      <p:sp>
        <p:nvSpPr>
          <p:cNvPr id="5" name="box-413-185">
            <a:extLst>
              <a:ext uri="{FF2B5EF4-FFF2-40B4-BE49-F238E27FC236}">
                <a16:creationId xmlns:a16="http://schemas.microsoft.com/office/drawing/2014/main" id="{15FBF0FB-5C6D-47D2-B276-4D048B7E6BC6}"/>
              </a:ext>
            </a:extLst>
          </p:cNvPr>
          <p:cNvSpPr>
            <a:spLocks noGrp="1"/>
          </p:cNvSpPr>
          <p:nvPr/>
        </p:nvSpPr>
        <p:spPr>
          <a:xfrm>
            <a:off x="3933825" y="1762125"/>
            <a:ext cx="876300" cy="876300"/>
          </a:xfrm>
          <a:prstGeom prst="ellipse">
            <a:avLst/>
          </a:prstGeom>
          <a:solidFill>
            <a:srgbClr val="CC0000"/>
          </a:solidFill>
          <a:ln w="0">
            <a:noFill/>
            <a:prstDash val="solid"/>
          </a:ln>
        </p:spPr>
        <p:txBody>
          <a:bodyPr anchor="ctr">
            <a:normAutofit/>
          </a:bodyPr>
          <a:lstStyle/>
          <a:p>
            <a:pPr algn="ctr">
              <a:defRPr sz="2250" b="1">
                <a:solidFill>
                  <a:srgbClr val="FFFFFF"/>
                </a:solidFill>
                <a:latin typeface="CVS Health Sans"/>
                <a:ea typeface="CVS Health Sans"/>
                <a:cs typeface="CVS Health Sans"/>
              </a:defRPr>
            </a:pPr>
            <a:r>
              <a:rPr sz="2250" b="1">
                <a:solidFill>
                  <a:srgbClr val="FFFFFF"/>
                </a:solidFill>
                <a:latin typeface="CVS Health Sans"/>
                <a:ea typeface="CVS Health Sans"/>
                <a:cs typeface="CVS Health Sans"/>
              </a:rPr>
              <a:t>2</a:t>
            </a:r>
          </a:p>
        </p:txBody>
      </p:sp>
      <p:sp>
        <p:nvSpPr>
          <p:cNvPr id="6" name="text-One task per guide">
            <a:extLst>
              <a:ext uri="{FF2B5EF4-FFF2-40B4-BE49-F238E27FC236}">
                <a16:creationId xmlns:a16="http://schemas.microsoft.com/office/drawing/2014/main" id="{AF6AB1A7-22A0-4ABF-9E9B-43C8670E99E7}"/>
              </a:ext>
            </a:extLst>
          </p:cNvPr>
          <p:cNvSpPr>
            <a:spLocks noGrp="1"/>
          </p:cNvSpPr>
          <p:nvPr/>
        </p:nvSpPr>
        <p:spPr>
          <a:xfrm>
            <a:off x="3381375" y="2895600"/>
            <a:ext cx="1981200" cy="533400"/>
          </a:xfrm>
          <a:prstGeom prst="rect">
            <a:avLst/>
          </a:prstGeom>
          <a:noFill/>
          <a:ln w="0">
            <a:noFill/>
            <a:prstDash val="solid"/>
          </a:ln>
        </p:spPr>
        <p:txBody>
          <a:bodyPr wrap="square" lIns="28575" tIns="19050" rIns="28575" bIns="19050" anchor="ctr">
            <a:normAutofit/>
          </a:bodyPr>
          <a:lstStyle/>
          <a:p>
            <a:pPr algn="ctr">
              <a:defRPr sz="1500" b="1">
                <a:solidFill>
                  <a:srgbClr val="3D3D3D"/>
                </a:solidFill>
                <a:latin typeface="CVS Health Sans"/>
                <a:ea typeface="CVS Health Sans"/>
                <a:cs typeface="CVS Health Sans"/>
              </a:defRPr>
            </a:pPr>
            <a:r>
              <a:rPr sz="1500" b="1">
                <a:solidFill>
                  <a:srgbClr val="3D3D3D"/>
                </a:solidFill>
                <a:latin typeface="CVS Health Sans"/>
                <a:ea typeface="CVS Health Sans"/>
                <a:cs typeface="CVS Health Sans"/>
              </a:rPr>
              <a:t>One task per guide</a:t>
            </a:r>
          </a:p>
        </p:txBody>
      </p:sp>
      <p:sp>
        <p:nvSpPr>
          <p:cNvPr id="7" name="text-The new hire choos">
            <a:extLst>
              <a:ext uri="{FF2B5EF4-FFF2-40B4-BE49-F238E27FC236}">
                <a16:creationId xmlns:a16="http://schemas.microsoft.com/office/drawing/2014/main" id="{F996C2E8-F430-4CAD-87D0-E56048C28CA0}"/>
              </a:ext>
            </a:extLst>
          </p:cNvPr>
          <p:cNvSpPr>
            <a:spLocks noGrp="1"/>
          </p:cNvSpPr>
          <p:nvPr/>
        </p:nvSpPr>
        <p:spPr>
          <a:xfrm>
            <a:off x="3429000" y="3486150"/>
            <a:ext cx="1885950" cy="933450"/>
          </a:xfrm>
          <a:prstGeom prst="rect">
            <a:avLst/>
          </a:prstGeom>
          <a:noFill/>
          <a:ln w="0">
            <a:noFill/>
            <a:prstDash val="solid"/>
          </a:ln>
        </p:spPr>
        <p:txBody>
          <a:bodyPr wrap="square" lIns="28575" tIns="19050" rIns="28575" bIns="19050" anchor="t">
            <a:normAutofit/>
          </a:bodyPr>
          <a:lstStyle/>
          <a:p>
            <a:pPr algn="ctr">
              <a:defRPr sz="1200" b="0">
                <a:solidFill>
                  <a:srgbClr val="666666"/>
                </a:solidFill>
                <a:latin typeface="CVS Health Sans"/>
                <a:ea typeface="CVS Health Sans"/>
                <a:cs typeface="CVS Health Sans"/>
              </a:defRPr>
            </a:pPr>
            <a:r>
              <a:rPr sz="1200" b="0" dirty="0">
                <a:solidFill>
                  <a:srgbClr val="666666"/>
                </a:solidFill>
                <a:latin typeface="CVS Health Sans"/>
                <a:ea typeface="CVS Health Sans"/>
                <a:cs typeface="CVS Health Sans"/>
              </a:rPr>
              <a:t>The new hire chooses a basic task instead of searching a long </a:t>
            </a:r>
            <a:r>
              <a:rPr lang="en-US" sz="1200" b="0" dirty="0">
                <a:solidFill>
                  <a:srgbClr val="666666"/>
                </a:solidFill>
                <a:latin typeface="CVS Health Sans"/>
                <a:ea typeface="CVS Health Sans"/>
                <a:cs typeface="CVS Health Sans"/>
              </a:rPr>
              <a:t>module/Job-aid</a:t>
            </a:r>
            <a:r>
              <a:rPr sz="1200" b="0" dirty="0">
                <a:solidFill>
                  <a:srgbClr val="666666"/>
                </a:solidFill>
                <a:latin typeface="CVS Health Sans"/>
                <a:ea typeface="CVS Health Sans"/>
                <a:cs typeface="CVS Health Sans"/>
              </a:rPr>
              <a:t>.</a:t>
            </a:r>
          </a:p>
        </p:txBody>
      </p:sp>
      <p:sp>
        <p:nvSpPr>
          <p:cNvPr id="8" name="box-678-185">
            <a:extLst>
              <a:ext uri="{FF2B5EF4-FFF2-40B4-BE49-F238E27FC236}">
                <a16:creationId xmlns:a16="http://schemas.microsoft.com/office/drawing/2014/main" id="{26121C2D-F849-4845-B883-ADCB367A57A0}"/>
              </a:ext>
            </a:extLst>
          </p:cNvPr>
          <p:cNvSpPr>
            <a:spLocks noGrp="1"/>
          </p:cNvSpPr>
          <p:nvPr/>
        </p:nvSpPr>
        <p:spPr>
          <a:xfrm>
            <a:off x="6457950" y="1762125"/>
            <a:ext cx="876300" cy="876300"/>
          </a:xfrm>
          <a:prstGeom prst="ellipse">
            <a:avLst/>
          </a:prstGeom>
          <a:solidFill>
            <a:srgbClr val="CC0000"/>
          </a:solidFill>
          <a:ln w="0">
            <a:noFill/>
            <a:prstDash val="solid"/>
          </a:ln>
        </p:spPr>
        <p:txBody>
          <a:bodyPr anchor="ctr">
            <a:normAutofit/>
          </a:bodyPr>
          <a:lstStyle/>
          <a:p>
            <a:pPr algn="ctr">
              <a:defRPr sz="2250" b="1">
                <a:solidFill>
                  <a:srgbClr val="FFFFFF"/>
                </a:solidFill>
                <a:latin typeface="CVS Health Sans"/>
                <a:ea typeface="CVS Health Sans"/>
                <a:cs typeface="CVS Health Sans"/>
              </a:defRPr>
            </a:pPr>
            <a:r>
              <a:rPr sz="2250" b="1">
                <a:solidFill>
                  <a:srgbClr val="FFFFFF"/>
                </a:solidFill>
                <a:latin typeface="CVS Health Sans"/>
                <a:ea typeface="CVS Health Sans"/>
                <a:cs typeface="CVS Health Sans"/>
              </a:rPr>
              <a:t>3</a:t>
            </a:r>
          </a:p>
        </p:txBody>
      </p:sp>
      <p:sp>
        <p:nvSpPr>
          <p:cNvPr id="9" name="text-One image per step">
            <a:extLst>
              <a:ext uri="{FF2B5EF4-FFF2-40B4-BE49-F238E27FC236}">
                <a16:creationId xmlns:a16="http://schemas.microsoft.com/office/drawing/2014/main" id="{7C29BE9F-5B8A-41F7-8B00-C97EC56E18D5}"/>
              </a:ext>
            </a:extLst>
          </p:cNvPr>
          <p:cNvSpPr>
            <a:spLocks noGrp="1"/>
          </p:cNvSpPr>
          <p:nvPr/>
        </p:nvSpPr>
        <p:spPr>
          <a:xfrm>
            <a:off x="5905500" y="2895600"/>
            <a:ext cx="1981200" cy="533400"/>
          </a:xfrm>
          <a:prstGeom prst="rect">
            <a:avLst/>
          </a:prstGeom>
          <a:noFill/>
          <a:ln w="0">
            <a:noFill/>
            <a:prstDash val="solid"/>
          </a:ln>
        </p:spPr>
        <p:txBody>
          <a:bodyPr wrap="square" lIns="28575" tIns="19050" rIns="28575" bIns="19050" anchor="ctr">
            <a:normAutofit/>
          </a:bodyPr>
          <a:lstStyle/>
          <a:p>
            <a:pPr algn="ctr">
              <a:defRPr sz="1500" b="1">
                <a:solidFill>
                  <a:srgbClr val="3D3D3D"/>
                </a:solidFill>
                <a:latin typeface="CVS Health Sans"/>
                <a:ea typeface="CVS Health Sans"/>
                <a:cs typeface="CVS Health Sans"/>
              </a:defRPr>
            </a:pPr>
            <a:r>
              <a:rPr sz="1500" b="1">
                <a:solidFill>
                  <a:srgbClr val="3D3D3D"/>
                </a:solidFill>
                <a:latin typeface="CVS Health Sans"/>
                <a:ea typeface="CVS Health Sans"/>
                <a:cs typeface="CVS Health Sans"/>
              </a:rPr>
              <a:t>One image per step</a:t>
            </a:r>
          </a:p>
        </p:txBody>
      </p:sp>
      <p:sp>
        <p:nvSpPr>
          <p:cNvPr id="10" name="text-The visual matches">
            <a:extLst>
              <a:ext uri="{FF2B5EF4-FFF2-40B4-BE49-F238E27FC236}">
                <a16:creationId xmlns:a16="http://schemas.microsoft.com/office/drawing/2014/main" id="{99DE8835-1805-40DA-9DFD-14B9FA603DDA}"/>
              </a:ext>
            </a:extLst>
          </p:cNvPr>
          <p:cNvSpPr>
            <a:spLocks noGrp="1"/>
          </p:cNvSpPr>
          <p:nvPr/>
        </p:nvSpPr>
        <p:spPr>
          <a:xfrm>
            <a:off x="5953125" y="3486150"/>
            <a:ext cx="1885950" cy="933450"/>
          </a:xfrm>
          <a:prstGeom prst="rect">
            <a:avLst/>
          </a:prstGeom>
          <a:noFill/>
          <a:ln w="0">
            <a:noFill/>
            <a:prstDash val="solid"/>
          </a:ln>
        </p:spPr>
        <p:txBody>
          <a:bodyPr wrap="square" lIns="28575" tIns="19050" rIns="28575" bIns="19050" anchor="t">
            <a:normAutofit/>
          </a:bodyPr>
          <a:lstStyle/>
          <a:p>
            <a:pPr algn="ctr">
              <a:defRPr sz="1200" b="0">
                <a:solidFill>
                  <a:srgbClr val="666666"/>
                </a:solidFill>
                <a:latin typeface="CVS Health Sans"/>
                <a:ea typeface="CVS Health Sans"/>
                <a:cs typeface="CVS Health Sans"/>
              </a:defRPr>
            </a:pPr>
            <a:r>
              <a:rPr sz="1200" b="0" dirty="0">
                <a:solidFill>
                  <a:srgbClr val="666666"/>
                </a:solidFill>
                <a:latin typeface="CVS Health Sans"/>
                <a:ea typeface="CVS Health Sans"/>
                <a:cs typeface="CVS Health Sans"/>
              </a:rPr>
              <a:t>The visual matches the instruction currently being completed.</a:t>
            </a:r>
          </a:p>
        </p:txBody>
      </p:sp>
      <p:sp>
        <p:nvSpPr>
          <p:cNvPr id="11" name="box-943-185">
            <a:extLst>
              <a:ext uri="{FF2B5EF4-FFF2-40B4-BE49-F238E27FC236}">
                <a16:creationId xmlns:a16="http://schemas.microsoft.com/office/drawing/2014/main" id="{A744B8B9-96D2-4CFD-8F48-E58637D01E39}"/>
              </a:ext>
            </a:extLst>
          </p:cNvPr>
          <p:cNvSpPr>
            <a:spLocks noGrp="1"/>
          </p:cNvSpPr>
          <p:nvPr/>
        </p:nvSpPr>
        <p:spPr>
          <a:xfrm>
            <a:off x="8982075" y="1762125"/>
            <a:ext cx="876300" cy="876300"/>
          </a:xfrm>
          <a:prstGeom prst="ellipse">
            <a:avLst/>
          </a:prstGeom>
          <a:solidFill>
            <a:srgbClr val="CC0000"/>
          </a:solidFill>
          <a:ln w="0">
            <a:noFill/>
            <a:prstDash val="solid"/>
          </a:ln>
        </p:spPr>
        <p:txBody>
          <a:bodyPr anchor="ctr">
            <a:normAutofit/>
          </a:bodyPr>
          <a:lstStyle/>
          <a:p>
            <a:pPr algn="ctr">
              <a:defRPr sz="2250" b="1">
                <a:solidFill>
                  <a:srgbClr val="FFFFFF"/>
                </a:solidFill>
                <a:latin typeface="CVS Health Sans"/>
                <a:ea typeface="CVS Health Sans"/>
                <a:cs typeface="CVS Health Sans"/>
              </a:defRPr>
            </a:pPr>
            <a:r>
              <a:rPr sz="2250" b="1">
                <a:solidFill>
                  <a:srgbClr val="FFFFFF"/>
                </a:solidFill>
                <a:latin typeface="CVS Health Sans"/>
                <a:ea typeface="CVS Health Sans"/>
                <a:cs typeface="CVS Health Sans"/>
              </a:rPr>
              <a:t>4</a:t>
            </a:r>
          </a:p>
        </p:txBody>
      </p:sp>
      <p:sp>
        <p:nvSpPr>
          <p:cNvPr id="12" name="text-Basic scope">
            <a:extLst>
              <a:ext uri="{FF2B5EF4-FFF2-40B4-BE49-F238E27FC236}">
                <a16:creationId xmlns:a16="http://schemas.microsoft.com/office/drawing/2014/main" id="{7455B025-1F32-461A-8B45-FA2718EE7889}"/>
              </a:ext>
            </a:extLst>
          </p:cNvPr>
          <p:cNvSpPr>
            <a:spLocks noGrp="1"/>
          </p:cNvSpPr>
          <p:nvPr/>
        </p:nvSpPr>
        <p:spPr>
          <a:xfrm>
            <a:off x="8429625" y="2895600"/>
            <a:ext cx="1981200" cy="533400"/>
          </a:xfrm>
          <a:prstGeom prst="rect">
            <a:avLst/>
          </a:prstGeom>
          <a:noFill/>
          <a:ln w="0">
            <a:noFill/>
            <a:prstDash val="solid"/>
          </a:ln>
        </p:spPr>
        <p:txBody>
          <a:bodyPr wrap="square" lIns="28575" tIns="19050" rIns="28575" bIns="19050" anchor="ctr">
            <a:normAutofit/>
          </a:bodyPr>
          <a:lstStyle/>
          <a:p>
            <a:pPr algn="ctr">
              <a:defRPr sz="1500" b="1">
                <a:solidFill>
                  <a:srgbClr val="3D3D3D"/>
                </a:solidFill>
                <a:latin typeface="CVS Health Sans"/>
                <a:ea typeface="CVS Health Sans"/>
                <a:cs typeface="CVS Health Sans"/>
              </a:defRPr>
            </a:pPr>
            <a:r>
              <a:rPr sz="1500" b="1">
                <a:solidFill>
                  <a:srgbClr val="3D3D3D"/>
                </a:solidFill>
                <a:latin typeface="CVS Health Sans"/>
                <a:ea typeface="CVS Health Sans"/>
                <a:cs typeface="CVS Health Sans"/>
              </a:rPr>
              <a:t>Basic scope</a:t>
            </a:r>
          </a:p>
        </p:txBody>
      </p:sp>
      <p:sp>
        <p:nvSpPr>
          <p:cNvPr id="13" name="text-Guides focus on ro">
            <a:extLst>
              <a:ext uri="{FF2B5EF4-FFF2-40B4-BE49-F238E27FC236}">
                <a16:creationId xmlns:a16="http://schemas.microsoft.com/office/drawing/2014/main" id="{94E36166-780D-4EFB-9B2C-BC97B3AB0913}"/>
              </a:ext>
            </a:extLst>
          </p:cNvPr>
          <p:cNvSpPr>
            <a:spLocks noGrp="1"/>
          </p:cNvSpPr>
          <p:nvPr/>
        </p:nvSpPr>
        <p:spPr>
          <a:xfrm>
            <a:off x="8477250" y="3486150"/>
            <a:ext cx="1885950" cy="933450"/>
          </a:xfrm>
          <a:prstGeom prst="rect">
            <a:avLst/>
          </a:prstGeom>
          <a:noFill/>
          <a:ln w="0">
            <a:noFill/>
            <a:prstDash val="solid"/>
          </a:ln>
        </p:spPr>
        <p:txBody>
          <a:bodyPr wrap="square" lIns="28575" tIns="19050" rIns="28575" bIns="19050" anchor="t">
            <a:normAutofit/>
          </a:bodyPr>
          <a:lstStyle/>
          <a:p>
            <a:pPr algn="ctr">
              <a:defRPr sz="1200" b="0">
                <a:solidFill>
                  <a:srgbClr val="666666"/>
                </a:solidFill>
                <a:latin typeface="CVS Health Sans"/>
                <a:ea typeface="CVS Health Sans"/>
                <a:cs typeface="CVS Health Sans"/>
              </a:defRPr>
            </a:pPr>
            <a:r>
              <a:rPr sz="1200" b="0" dirty="0">
                <a:solidFill>
                  <a:srgbClr val="666666"/>
                </a:solidFill>
                <a:latin typeface="CVS Health Sans"/>
                <a:ea typeface="CVS Health Sans"/>
                <a:cs typeface="CVS Health Sans"/>
              </a:rPr>
              <a:t>Guides focus on routine tasks and required materials</a:t>
            </a:r>
            <a:r>
              <a:rPr lang="en-US" sz="1200" b="0" dirty="0">
                <a:solidFill>
                  <a:srgbClr val="666666"/>
                </a:solidFill>
                <a:latin typeface="CVS Health Sans"/>
                <a:ea typeface="CVS Health Sans"/>
                <a:cs typeface="CVS Health Sans"/>
              </a:rPr>
              <a:t>. </a:t>
            </a:r>
            <a:endParaRPr sz="1200" b="0" dirty="0">
              <a:solidFill>
                <a:srgbClr val="666666"/>
              </a:solidFill>
              <a:latin typeface="CVS Health Sans"/>
              <a:ea typeface="CVS Health Sans"/>
              <a:cs typeface="CVS Health Sans"/>
            </a:endParaRPr>
          </a:p>
        </p:txBody>
      </p:sp>
      <p:sp>
        <p:nvSpPr>
          <p:cNvPr id="14" name="box-135-520">
            <a:extLst>
              <a:ext uri="{FF2B5EF4-FFF2-40B4-BE49-F238E27FC236}">
                <a16:creationId xmlns:a16="http://schemas.microsoft.com/office/drawing/2014/main" id="{04B866E7-E1D4-4357-96E4-065F812B05B8}"/>
              </a:ext>
            </a:extLst>
          </p:cNvPr>
          <p:cNvSpPr>
            <a:spLocks noGrp="1"/>
          </p:cNvSpPr>
          <p:nvPr/>
        </p:nvSpPr>
        <p:spPr>
          <a:xfrm>
            <a:off x="1285875" y="4953000"/>
            <a:ext cx="9620250" cy="1143000"/>
          </a:xfrm>
          <a:prstGeom prst="roundRect">
            <a:avLst>
              <a:gd name="adj" fmla="val 6667"/>
            </a:avLst>
          </a:prstGeom>
          <a:solidFill>
            <a:srgbClr val="EAF2F7"/>
          </a:solidFill>
          <a:ln w="0">
            <a:noFill/>
            <a:prstDash val="solid"/>
          </a:ln>
        </p:spPr>
      </p:sp>
      <p:sp>
        <p:nvSpPr>
          <p:cNvPr id="15" name="text-WHAT RESEARCH ADDS">
            <a:extLst>
              <a:ext uri="{FF2B5EF4-FFF2-40B4-BE49-F238E27FC236}">
                <a16:creationId xmlns:a16="http://schemas.microsoft.com/office/drawing/2014/main" id="{305066DF-AE7C-4A76-9D74-8E580E530511}"/>
              </a:ext>
            </a:extLst>
          </p:cNvPr>
          <p:cNvSpPr>
            <a:spLocks noGrp="1"/>
          </p:cNvSpPr>
          <p:nvPr/>
        </p:nvSpPr>
        <p:spPr>
          <a:xfrm>
            <a:off x="1619250" y="5124450"/>
            <a:ext cx="2095500" cy="266700"/>
          </a:xfrm>
          <a:prstGeom prst="rect">
            <a:avLst/>
          </a:prstGeom>
          <a:noFill/>
          <a:ln w="0">
            <a:noFill/>
            <a:prstDash val="solid"/>
          </a:ln>
        </p:spPr>
        <p:txBody>
          <a:bodyPr wrap="square" lIns="28575" tIns="19050" rIns="28575" bIns="19050" anchor="t">
            <a:normAutofit/>
          </a:bodyPr>
          <a:lstStyle/>
          <a:p>
            <a:pPr algn="l">
              <a:defRPr sz="1125" b="1">
                <a:solidFill>
                  <a:srgbClr val="CC0000"/>
                </a:solidFill>
                <a:latin typeface="CVS Health Sans"/>
                <a:ea typeface="CVS Health Sans"/>
                <a:cs typeface="CVS Health Sans"/>
              </a:defRPr>
            </a:pPr>
            <a:r>
              <a:rPr sz="1125" b="1">
                <a:solidFill>
                  <a:srgbClr val="CC0000"/>
                </a:solidFill>
                <a:latin typeface="CVS Health Sans"/>
                <a:ea typeface="CVS Health Sans"/>
                <a:cs typeface="CVS Health Sans"/>
              </a:rPr>
              <a:t>WHAT RESEARCH ADDS</a:t>
            </a:r>
          </a:p>
        </p:txBody>
      </p:sp>
      <p:sp>
        <p:nvSpPr>
          <p:cNvPr id="16" name="text-Training improves ">
            <a:extLst>
              <a:ext uri="{FF2B5EF4-FFF2-40B4-BE49-F238E27FC236}">
                <a16:creationId xmlns:a16="http://schemas.microsoft.com/office/drawing/2014/main" id="{BB3D8AD8-DC26-414F-B4F4-AC920D1C2497}"/>
              </a:ext>
            </a:extLst>
          </p:cNvPr>
          <p:cNvSpPr>
            <a:spLocks noGrp="1"/>
          </p:cNvSpPr>
          <p:nvPr/>
        </p:nvSpPr>
        <p:spPr>
          <a:xfrm>
            <a:off x="1619250" y="5448300"/>
            <a:ext cx="8572500" cy="419100"/>
          </a:xfrm>
          <a:prstGeom prst="rect">
            <a:avLst/>
          </a:prstGeom>
          <a:noFill/>
          <a:ln w="0">
            <a:noFill/>
            <a:prstDash val="solid"/>
          </a:ln>
        </p:spPr>
        <p:txBody>
          <a:bodyPr wrap="square" lIns="28575" tIns="19050" rIns="28575" bIns="19050" anchor="ctr">
            <a:normAutofit/>
          </a:bodyPr>
          <a:lstStyle/>
          <a:p>
            <a:pPr>
              <a:defRPr sz="1500" b="1">
                <a:solidFill>
                  <a:srgbClr val="0B2942"/>
                </a:solidFill>
                <a:latin typeface="CVS Health Sans"/>
                <a:ea typeface="CVS Health Sans"/>
                <a:cs typeface="CVS Health Sans"/>
              </a:defRPr>
            </a:pPr>
            <a:r>
              <a:rPr lang="en-US" sz="1500" b="1" dirty="0">
                <a:solidFill>
                  <a:srgbClr val="0B2942"/>
                </a:solidFill>
                <a:latin typeface="CVS Health Sans"/>
                <a:ea typeface="CVS Health Sans"/>
                <a:cs typeface="CVS Health Sans"/>
              </a:rPr>
              <a:t>Training improves job knowledge, skills, and on-the-job performance.</a:t>
            </a:r>
          </a:p>
        </p:txBody>
      </p:sp>
      <p:sp>
        <p:nvSpPr>
          <p:cNvPr id="17" name="text-Arthur et al., 200">
            <a:extLst>
              <a:ext uri="{FF2B5EF4-FFF2-40B4-BE49-F238E27FC236}">
                <a16:creationId xmlns:a16="http://schemas.microsoft.com/office/drawing/2014/main" id="{0F81EF6F-B38B-40B4-9433-6E2015B55C50}"/>
              </a:ext>
            </a:extLst>
          </p:cNvPr>
          <p:cNvSpPr>
            <a:spLocks noGrp="1"/>
          </p:cNvSpPr>
          <p:nvPr/>
        </p:nvSpPr>
        <p:spPr>
          <a:xfrm>
            <a:off x="8572500" y="5124450"/>
            <a:ext cx="1952625" cy="266700"/>
          </a:xfrm>
          <a:prstGeom prst="rect">
            <a:avLst/>
          </a:prstGeom>
          <a:noFill/>
          <a:ln w="0">
            <a:noFill/>
            <a:prstDash val="solid"/>
          </a:ln>
        </p:spPr>
        <p:txBody>
          <a:bodyPr wrap="square" lIns="28575" tIns="19050" rIns="28575" bIns="19050" anchor="ctr">
            <a:normAutofit fontScale="95488"/>
          </a:bodyPr>
          <a:lstStyle/>
          <a:p>
            <a:pPr algn="r">
              <a:defRPr sz="975" b="1">
                <a:solidFill>
                  <a:srgbClr val="666666"/>
                </a:solidFill>
                <a:latin typeface="CVS Health Sans"/>
                <a:ea typeface="CVS Health Sans"/>
                <a:cs typeface="CVS Health Sans"/>
              </a:defRPr>
            </a:pPr>
            <a:r>
              <a:rPr sz="975" b="1" dirty="0">
                <a:solidFill>
                  <a:srgbClr val="666666"/>
                </a:solidFill>
                <a:latin typeface="CVS Health Sans"/>
                <a:ea typeface="CVS Health Sans"/>
                <a:cs typeface="CVS Health Sans"/>
              </a:rPr>
              <a:t>Arthur et al., 2003 2008</a:t>
            </a:r>
          </a:p>
        </p:txBody>
      </p:sp>
    </p:spTree>
    <p:extLst>
      <p:ext uri="{BB962C8B-B14F-4D97-AF65-F5344CB8AC3E}">
        <p14:creationId xmlns:p14="http://schemas.microsoft.com/office/powerpoint/2010/main" val="36323040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Raw procedures bec">
            <a:extLst>
              <a:ext uri="{FF2B5EF4-FFF2-40B4-BE49-F238E27FC236}">
                <a16:creationId xmlns:a16="http://schemas.microsoft.com/office/drawing/2014/main" id="{64385217-CAB5-47BA-86C1-8388D94A4EF2}"/>
              </a:ext>
            </a:extLst>
          </p:cNvPr>
          <p:cNvSpPr>
            <a:spLocks noGrp="1"/>
          </p:cNvSpPr>
          <p:nvPr/>
        </p:nvSpPr>
        <p:spPr>
          <a:xfrm>
            <a:off x="219456" y="228600"/>
            <a:ext cx="5874956" cy="990600"/>
          </a:xfrm>
          <a:prstGeom prst="rect">
            <a:avLst/>
          </a:prstGeom>
          <a:noFill/>
          <a:ln w="0">
            <a:noFill/>
            <a:prstDash val="solid"/>
          </a:ln>
        </p:spPr>
        <p:txBody>
          <a:bodyPr wrap="square" lIns="28575" tIns="19050" rIns="28575" bIns="19050" anchor="t">
            <a:normAutofit/>
          </a:bodyPr>
          <a:lstStyle/>
          <a:p>
            <a:pPr algn="l">
              <a:defRPr sz="2400" b="1">
                <a:solidFill>
                  <a:srgbClr val="3D3D3D"/>
                </a:solidFill>
                <a:latin typeface="CVS Health Sans"/>
                <a:ea typeface="CVS Health Sans"/>
                <a:cs typeface="CVS Health Sans"/>
              </a:defRPr>
            </a:pPr>
            <a:r>
              <a:rPr sz="2400" b="1" dirty="0">
                <a:solidFill>
                  <a:srgbClr val="3D3D3D"/>
                </a:solidFill>
                <a:latin typeface="CVS Health Sans"/>
                <a:ea typeface="CVS Health Sans"/>
                <a:cs typeface="CVS Health Sans"/>
              </a:rPr>
              <a:t>Raw procedures became usable, step-by-step guides</a:t>
            </a:r>
          </a:p>
        </p:txBody>
      </p:sp>
      <p:sp>
        <p:nvSpPr>
          <p:cNvPr id="2" name="text-BEFORE">
            <a:extLst>
              <a:ext uri="{FF2B5EF4-FFF2-40B4-BE49-F238E27FC236}">
                <a16:creationId xmlns:a16="http://schemas.microsoft.com/office/drawing/2014/main" id="{2F764721-01D7-44DE-A75E-FE092BAD7223}"/>
              </a:ext>
            </a:extLst>
          </p:cNvPr>
          <p:cNvSpPr>
            <a:spLocks noGrp="1"/>
          </p:cNvSpPr>
          <p:nvPr/>
        </p:nvSpPr>
        <p:spPr>
          <a:xfrm>
            <a:off x="1143000" y="1314450"/>
            <a:ext cx="4000500" cy="342900"/>
          </a:xfrm>
          <a:prstGeom prst="rect">
            <a:avLst/>
          </a:prstGeom>
          <a:noFill/>
          <a:ln w="0">
            <a:noFill/>
            <a:prstDash val="solid"/>
          </a:ln>
        </p:spPr>
        <p:txBody>
          <a:bodyPr wrap="square" lIns="28575" tIns="19050" rIns="28575" bIns="19050" anchor="ctr">
            <a:normAutofit/>
          </a:bodyPr>
          <a:lstStyle/>
          <a:p>
            <a:pPr algn="ctr">
              <a:defRPr sz="1200" b="1">
                <a:solidFill>
                  <a:srgbClr val="CC0000"/>
                </a:solidFill>
                <a:latin typeface="CVS Health Sans"/>
                <a:ea typeface="CVS Health Sans"/>
                <a:cs typeface="CVS Health Sans"/>
              </a:defRPr>
            </a:pPr>
            <a:r>
              <a:rPr sz="1200" b="1">
                <a:solidFill>
                  <a:srgbClr val="CC0000"/>
                </a:solidFill>
                <a:latin typeface="CVS Health Sans"/>
                <a:ea typeface="CVS Health Sans"/>
                <a:cs typeface="CVS Health Sans"/>
              </a:rPr>
              <a:t>BEFORE</a:t>
            </a:r>
          </a:p>
        </p:txBody>
      </p:sp>
      <p:sp>
        <p:nvSpPr>
          <p:cNvPr id="3" name="text-AFTER">
            <a:extLst>
              <a:ext uri="{FF2B5EF4-FFF2-40B4-BE49-F238E27FC236}">
                <a16:creationId xmlns:a16="http://schemas.microsoft.com/office/drawing/2014/main" id="{50A6FDBB-9B5F-4B6A-B69D-EEE70DD9339A}"/>
              </a:ext>
            </a:extLst>
          </p:cNvPr>
          <p:cNvSpPr>
            <a:spLocks noGrp="1"/>
          </p:cNvSpPr>
          <p:nvPr/>
        </p:nvSpPr>
        <p:spPr>
          <a:xfrm>
            <a:off x="7048500" y="1314450"/>
            <a:ext cx="4000500" cy="342900"/>
          </a:xfrm>
          <a:prstGeom prst="rect">
            <a:avLst/>
          </a:prstGeom>
          <a:noFill/>
          <a:ln w="0">
            <a:noFill/>
            <a:prstDash val="solid"/>
          </a:ln>
        </p:spPr>
        <p:txBody>
          <a:bodyPr wrap="square" lIns="28575" tIns="19050" rIns="28575" bIns="19050" anchor="ctr">
            <a:normAutofit/>
          </a:bodyPr>
          <a:lstStyle/>
          <a:p>
            <a:pPr algn="ctr">
              <a:defRPr sz="1200" b="1">
                <a:solidFill>
                  <a:srgbClr val="CC0000"/>
                </a:solidFill>
                <a:latin typeface="CVS Health Sans"/>
                <a:ea typeface="CVS Health Sans"/>
                <a:cs typeface="CVS Health Sans"/>
              </a:defRPr>
            </a:pPr>
            <a:r>
              <a:rPr sz="1200" b="1">
                <a:solidFill>
                  <a:srgbClr val="CC0000"/>
                </a:solidFill>
                <a:latin typeface="CVS Health Sans"/>
                <a:ea typeface="CVS Health Sans"/>
                <a:cs typeface="CVS Health Sans"/>
              </a:rPr>
              <a:t>AFTER</a:t>
            </a:r>
          </a:p>
        </p:txBody>
      </p:sp>
      <p:sp>
        <p:nvSpPr>
          <p:cNvPr id="4" name="box-70-180">
            <a:extLst>
              <a:ext uri="{FF2B5EF4-FFF2-40B4-BE49-F238E27FC236}">
                <a16:creationId xmlns:a16="http://schemas.microsoft.com/office/drawing/2014/main" id="{7C8E5562-6F6D-4124-9915-006D9E9F6EEA}"/>
              </a:ext>
            </a:extLst>
          </p:cNvPr>
          <p:cNvSpPr>
            <a:spLocks noGrp="1"/>
          </p:cNvSpPr>
          <p:nvPr/>
        </p:nvSpPr>
        <p:spPr>
          <a:xfrm>
            <a:off x="666750" y="1714500"/>
            <a:ext cx="4953000" cy="3476625"/>
          </a:xfrm>
          <a:prstGeom prst="roundRect">
            <a:avLst>
              <a:gd name="adj" fmla="val 2192"/>
            </a:avLst>
          </a:prstGeom>
          <a:solidFill>
            <a:srgbClr val="F3F4F5"/>
          </a:solidFill>
          <a:ln w="9525">
            <a:solidFill>
              <a:srgbClr val="D6DADF"/>
            </a:solidFill>
            <a:prstDash val="solid"/>
          </a:ln>
        </p:spPr>
      </p:sp>
      <p:pic>
        <p:nvPicPr>
          <p:cNvPr id="16" name="Picture 15"/>
          <p:cNvPicPr>
            <a:picLocks noChangeAspect="1"/>
          </p:cNvPicPr>
          <p:nvPr/>
        </p:nvPicPr>
        <p:blipFill>
          <a:blip r:embed="rId3"/>
          <a:srcRect l="3901" r="3901"/>
          <a:stretch>
            <a:fillRect/>
          </a:stretch>
        </p:blipFill>
        <p:spPr>
          <a:xfrm rot="-5400000">
            <a:off x="1590675" y="1209675"/>
            <a:ext cx="3095625" cy="4476750"/>
          </a:xfrm>
          <a:prstGeom prst="rect">
            <a:avLst/>
          </a:prstGeom>
        </p:spPr>
      </p:pic>
      <p:sp>
        <p:nvSpPr>
          <p:cNvPr id="6" name="box-690-180">
            <a:extLst>
              <a:ext uri="{FF2B5EF4-FFF2-40B4-BE49-F238E27FC236}">
                <a16:creationId xmlns:a16="http://schemas.microsoft.com/office/drawing/2014/main" id="{C8241A7F-DB2F-4111-AA15-26F8F534C1AD}"/>
              </a:ext>
            </a:extLst>
          </p:cNvPr>
          <p:cNvSpPr>
            <a:spLocks noGrp="1"/>
          </p:cNvSpPr>
          <p:nvPr/>
        </p:nvSpPr>
        <p:spPr>
          <a:xfrm>
            <a:off x="6572250" y="1714500"/>
            <a:ext cx="4953000" cy="3476625"/>
          </a:xfrm>
          <a:prstGeom prst="roundRect">
            <a:avLst>
              <a:gd name="adj" fmla="val 2192"/>
            </a:avLst>
          </a:prstGeom>
          <a:solidFill>
            <a:srgbClr val="F3F4F5"/>
          </a:solidFill>
          <a:ln w="9525">
            <a:solidFill>
              <a:srgbClr val="D6DADF"/>
            </a:solidFill>
            <a:prstDash val="solid"/>
          </a:ln>
        </p:spPr>
      </p:sp>
      <p:pic>
        <p:nvPicPr>
          <p:cNvPr id="18" name="Picture 17"/>
          <p:cNvPicPr>
            <a:picLocks noChangeAspect="1"/>
          </p:cNvPicPr>
          <p:nvPr/>
        </p:nvPicPr>
        <p:blipFill>
          <a:blip r:embed="rId4"/>
          <a:srcRect t="24069" b="24069"/>
          <a:stretch>
            <a:fillRect/>
          </a:stretch>
        </p:blipFill>
        <p:spPr>
          <a:xfrm>
            <a:off x="6810375" y="1905000"/>
            <a:ext cx="4476750" cy="3095625"/>
          </a:xfrm>
          <a:prstGeom prst="rect">
            <a:avLst/>
          </a:prstGeom>
        </p:spPr>
      </p:pic>
      <p:sp>
        <p:nvSpPr>
          <p:cNvPr id="8" name="box-735-220">
            <a:extLst>
              <a:ext uri="{FF2B5EF4-FFF2-40B4-BE49-F238E27FC236}">
                <a16:creationId xmlns:a16="http://schemas.microsoft.com/office/drawing/2014/main" id="{0238306D-7AE5-4D5E-8711-CB6CFBA06943}"/>
              </a:ext>
            </a:extLst>
          </p:cNvPr>
          <p:cNvSpPr>
            <a:spLocks noGrp="1"/>
          </p:cNvSpPr>
          <p:nvPr/>
        </p:nvSpPr>
        <p:spPr>
          <a:xfrm>
            <a:off x="7000875" y="2095500"/>
            <a:ext cx="3714750" cy="552450"/>
          </a:xfrm>
          <a:prstGeom prst="roundRect">
            <a:avLst>
              <a:gd name="adj" fmla="val 13793"/>
            </a:avLst>
          </a:prstGeom>
          <a:solidFill>
            <a:srgbClr val="FFFFFF"/>
          </a:solidFill>
          <a:ln w="0">
            <a:noFill/>
            <a:prstDash val="solid"/>
          </a:ln>
        </p:spPr>
      </p:sp>
      <p:sp>
        <p:nvSpPr>
          <p:cNvPr id="9" name="text-STEP 1  Press the ">
            <a:extLst>
              <a:ext uri="{FF2B5EF4-FFF2-40B4-BE49-F238E27FC236}">
                <a16:creationId xmlns:a16="http://schemas.microsoft.com/office/drawing/2014/main" id="{E305252D-C211-4907-89F6-DEC0955A8DCD}"/>
              </a:ext>
            </a:extLst>
          </p:cNvPr>
          <p:cNvSpPr>
            <a:spLocks noGrp="1"/>
          </p:cNvSpPr>
          <p:nvPr/>
        </p:nvSpPr>
        <p:spPr>
          <a:xfrm>
            <a:off x="7143750" y="2190750"/>
            <a:ext cx="3429000" cy="361950"/>
          </a:xfrm>
          <a:prstGeom prst="rect">
            <a:avLst/>
          </a:prstGeom>
          <a:noFill/>
          <a:ln w="0">
            <a:noFill/>
            <a:prstDash val="solid"/>
          </a:ln>
        </p:spPr>
        <p:txBody>
          <a:bodyPr wrap="square" lIns="28575" tIns="19050" rIns="28575" bIns="19050" anchor="ctr">
            <a:normAutofit/>
          </a:bodyPr>
          <a:lstStyle/>
          <a:p>
            <a:pPr algn="ctr">
              <a:defRPr sz="1350" b="1">
                <a:solidFill>
                  <a:srgbClr val="3D3D3D"/>
                </a:solidFill>
                <a:latin typeface="CVS Health Sans"/>
                <a:ea typeface="CVS Health Sans"/>
                <a:cs typeface="CVS Health Sans"/>
              </a:defRPr>
            </a:pPr>
            <a:r>
              <a:rPr sz="1350" b="1">
                <a:solidFill>
                  <a:srgbClr val="3D3D3D"/>
                </a:solidFill>
                <a:latin typeface="CVS Health Sans"/>
                <a:ea typeface="CVS Health Sans"/>
                <a:cs typeface="CVS Health Sans"/>
              </a:rPr>
              <a:t>STEP 1  Press the blue lock lever</a:t>
            </a:r>
          </a:p>
        </p:txBody>
      </p:sp>
      <p:sp>
        <p:nvSpPr>
          <p:cNvPr id="10" name="text-Dense reference">
            <a:extLst>
              <a:ext uri="{FF2B5EF4-FFF2-40B4-BE49-F238E27FC236}">
                <a16:creationId xmlns:a16="http://schemas.microsoft.com/office/drawing/2014/main" id="{097B7ADA-6A1C-4D0E-A55D-8050D896E6BA}"/>
              </a:ext>
            </a:extLst>
          </p:cNvPr>
          <p:cNvSpPr>
            <a:spLocks noGrp="1"/>
          </p:cNvSpPr>
          <p:nvPr/>
        </p:nvSpPr>
        <p:spPr>
          <a:xfrm>
            <a:off x="1333500" y="5286375"/>
            <a:ext cx="3619500" cy="342900"/>
          </a:xfrm>
          <a:prstGeom prst="rect">
            <a:avLst/>
          </a:prstGeom>
          <a:noFill/>
          <a:ln w="0">
            <a:noFill/>
            <a:prstDash val="solid"/>
          </a:ln>
        </p:spPr>
        <p:txBody>
          <a:bodyPr wrap="square" lIns="28575" tIns="19050" rIns="28575" bIns="19050" anchor="t">
            <a:normAutofit/>
          </a:bodyPr>
          <a:lstStyle/>
          <a:p>
            <a:pPr algn="ctr">
              <a:defRPr sz="1500" b="1">
                <a:solidFill>
                  <a:srgbClr val="3D3D3D"/>
                </a:solidFill>
                <a:latin typeface="CVS Health Sans"/>
                <a:ea typeface="CVS Health Sans"/>
                <a:cs typeface="CVS Health Sans"/>
              </a:defRPr>
            </a:pPr>
            <a:r>
              <a:rPr sz="1500" b="1">
                <a:solidFill>
                  <a:srgbClr val="3D3D3D"/>
                </a:solidFill>
                <a:latin typeface="CVS Health Sans"/>
                <a:ea typeface="CVS Health Sans"/>
                <a:cs typeface="CVS Health Sans"/>
              </a:rPr>
              <a:t>Dense reference</a:t>
            </a:r>
          </a:p>
        </p:txBody>
      </p:sp>
      <p:sp>
        <p:nvSpPr>
          <p:cNvPr id="11" name="text-One action + one v">
            <a:extLst>
              <a:ext uri="{FF2B5EF4-FFF2-40B4-BE49-F238E27FC236}">
                <a16:creationId xmlns:a16="http://schemas.microsoft.com/office/drawing/2014/main" id="{B6E32FD3-FE6D-443C-8932-93888BB58802}"/>
              </a:ext>
            </a:extLst>
          </p:cNvPr>
          <p:cNvSpPr>
            <a:spLocks noGrp="1"/>
          </p:cNvSpPr>
          <p:nvPr/>
        </p:nvSpPr>
        <p:spPr>
          <a:xfrm>
            <a:off x="7239000" y="5286375"/>
            <a:ext cx="3619500" cy="342900"/>
          </a:xfrm>
          <a:prstGeom prst="rect">
            <a:avLst/>
          </a:prstGeom>
          <a:noFill/>
          <a:ln w="0">
            <a:noFill/>
            <a:prstDash val="solid"/>
          </a:ln>
        </p:spPr>
        <p:txBody>
          <a:bodyPr wrap="square" lIns="28575" tIns="19050" rIns="28575" bIns="19050" anchor="t">
            <a:normAutofit/>
          </a:bodyPr>
          <a:lstStyle/>
          <a:p>
            <a:pPr algn="ctr">
              <a:defRPr sz="1500" b="1">
                <a:solidFill>
                  <a:srgbClr val="3D3D3D"/>
                </a:solidFill>
                <a:latin typeface="CVS Health Sans"/>
                <a:ea typeface="CVS Health Sans"/>
                <a:cs typeface="CVS Health Sans"/>
              </a:defRPr>
            </a:pPr>
            <a:r>
              <a:rPr sz="1500" b="1">
                <a:solidFill>
                  <a:srgbClr val="3D3D3D"/>
                </a:solidFill>
                <a:latin typeface="CVS Health Sans"/>
                <a:ea typeface="CVS Health Sans"/>
                <a:cs typeface="CVS Health Sans"/>
              </a:rPr>
              <a:t>One action + one visual</a:t>
            </a:r>
          </a:p>
        </p:txBody>
      </p:sp>
    </p:spTree>
    <p:extLst>
      <p:ext uri="{BB962C8B-B14F-4D97-AF65-F5344CB8AC3E}">
        <p14:creationId xmlns:p14="http://schemas.microsoft.com/office/powerpoint/2010/main" val="13044355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QR guides shorten ">
            <a:extLst>
              <a:ext uri="{FF2B5EF4-FFF2-40B4-BE49-F238E27FC236}">
                <a16:creationId xmlns:a16="http://schemas.microsoft.com/office/drawing/2014/main" id="{1D6196B3-96D4-4CBE-A656-67A1B0E54DD0}"/>
              </a:ext>
            </a:extLst>
          </p:cNvPr>
          <p:cNvSpPr>
            <a:spLocks noGrp="1"/>
          </p:cNvSpPr>
          <p:nvPr/>
        </p:nvSpPr>
        <p:spPr>
          <a:xfrm>
            <a:off x="552450" y="400050"/>
            <a:ext cx="10668000" cy="514350"/>
          </a:xfrm>
          <a:prstGeom prst="rect">
            <a:avLst/>
          </a:prstGeom>
          <a:noFill/>
          <a:ln w="0">
            <a:noFill/>
            <a:prstDash val="solid"/>
          </a:ln>
        </p:spPr>
        <p:txBody>
          <a:bodyPr wrap="square" lIns="28575" tIns="19050" rIns="28575" bIns="19050" anchor="t">
            <a:normAutofit/>
          </a:bodyPr>
          <a:lstStyle/>
          <a:p>
            <a:pPr algn="l">
              <a:defRPr sz="2400" b="1">
                <a:solidFill>
                  <a:srgbClr val="3D3D3D"/>
                </a:solidFill>
                <a:latin typeface="CVS Health Sans"/>
                <a:ea typeface="CVS Health Sans"/>
                <a:cs typeface="CVS Health Sans"/>
              </a:defRPr>
            </a:pPr>
            <a:r>
              <a:rPr sz="2400" b="1">
                <a:solidFill>
                  <a:srgbClr val="3D3D3D"/>
                </a:solidFill>
                <a:latin typeface="CVS Health Sans"/>
                <a:ea typeface="CVS Health Sans"/>
                <a:cs typeface="CVS Health Sans"/>
              </a:rPr>
              <a:t>QR guides shorten the path from question to action</a:t>
            </a:r>
          </a:p>
        </p:txBody>
      </p:sp>
      <p:sp>
        <p:nvSpPr>
          <p:cNvPr id="2" name="text-The advantage is i">
            <a:extLst>
              <a:ext uri="{FF2B5EF4-FFF2-40B4-BE49-F238E27FC236}">
                <a16:creationId xmlns:a16="http://schemas.microsoft.com/office/drawing/2014/main" id="{99E0108D-471E-49F6-B03E-AB3F8A17A581}"/>
              </a:ext>
            </a:extLst>
          </p:cNvPr>
          <p:cNvSpPr>
            <a:spLocks noGrp="1"/>
          </p:cNvSpPr>
          <p:nvPr/>
        </p:nvSpPr>
        <p:spPr>
          <a:xfrm>
            <a:off x="552450" y="942975"/>
            <a:ext cx="10572750" cy="304800"/>
          </a:xfrm>
          <a:prstGeom prst="rect">
            <a:avLst/>
          </a:prstGeom>
          <a:noFill/>
          <a:ln w="0">
            <a:noFill/>
            <a:prstDash val="solid"/>
          </a:ln>
        </p:spPr>
        <p:txBody>
          <a:bodyPr wrap="square" lIns="28575" tIns="19050" rIns="28575" bIns="19050" anchor="t">
            <a:normAutofit/>
          </a:bodyPr>
          <a:lstStyle/>
          <a:p>
            <a:pPr algn="l">
              <a:defRPr sz="1200" b="0">
                <a:solidFill>
                  <a:srgbClr val="666666"/>
                </a:solidFill>
                <a:latin typeface="CVS Health Sans"/>
                <a:ea typeface="CVS Health Sans"/>
                <a:cs typeface="CVS Health Sans"/>
              </a:defRPr>
            </a:pPr>
            <a:r>
              <a:rPr sz="1200" b="0" dirty="0">
                <a:solidFill>
                  <a:srgbClr val="666666"/>
                </a:solidFill>
                <a:latin typeface="CVS Health Sans"/>
                <a:ea typeface="CVS Health Sans"/>
                <a:cs typeface="CVS Health Sans"/>
              </a:rPr>
              <a:t>The advantage is immediate access</a:t>
            </a:r>
            <a:r>
              <a:rPr lang="en-US" sz="1200" b="0" dirty="0">
                <a:solidFill>
                  <a:srgbClr val="666666"/>
                </a:solidFill>
                <a:latin typeface="CVS Health Sans"/>
                <a:ea typeface="CVS Health Sans"/>
                <a:cs typeface="CVS Health Sans"/>
              </a:rPr>
              <a:t>, </a:t>
            </a:r>
            <a:r>
              <a:rPr sz="1200" b="0" dirty="0">
                <a:solidFill>
                  <a:srgbClr val="666666"/>
                </a:solidFill>
                <a:latin typeface="CVS Health Sans"/>
                <a:ea typeface="CVS Health Sans"/>
                <a:cs typeface="CVS Health Sans"/>
              </a:rPr>
              <a:t>not the QR code by itself</a:t>
            </a:r>
          </a:p>
        </p:txBody>
      </p:sp>
      <p:sp>
        <p:nvSpPr>
          <p:cNvPr id="3" name="text-Traditional learni">
            <a:extLst>
              <a:ext uri="{FF2B5EF4-FFF2-40B4-BE49-F238E27FC236}">
                <a16:creationId xmlns:a16="http://schemas.microsoft.com/office/drawing/2014/main" id="{1A33C62E-B24C-4352-B8B6-358C1823BC7E}"/>
              </a:ext>
            </a:extLst>
          </p:cNvPr>
          <p:cNvSpPr>
            <a:spLocks noGrp="1"/>
          </p:cNvSpPr>
          <p:nvPr/>
        </p:nvSpPr>
        <p:spPr>
          <a:xfrm>
            <a:off x="714375" y="1524000"/>
            <a:ext cx="4524375" cy="400050"/>
          </a:xfrm>
          <a:prstGeom prst="rect">
            <a:avLst/>
          </a:prstGeom>
          <a:noFill/>
          <a:ln w="0">
            <a:noFill/>
            <a:prstDash val="solid"/>
          </a:ln>
        </p:spPr>
        <p:txBody>
          <a:bodyPr wrap="square" lIns="28575" tIns="19050" rIns="28575" bIns="19050" anchor="ctr">
            <a:normAutofit/>
          </a:bodyPr>
          <a:lstStyle/>
          <a:p>
            <a:pPr algn="ctr">
              <a:defRPr sz="1725" b="1">
                <a:solidFill>
                  <a:srgbClr val="3D3D3D"/>
                </a:solidFill>
                <a:latin typeface="CVS Health Sans"/>
                <a:ea typeface="CVS Health Sans"/>
                <a:cs typeface="CVS Health Sans"/>
              </a:defRPr>
            </a:pPr>
            <a:r>
              <a:rPr sz="1725" b="1">
                <a:solidFill>
                  <a:srgbClr val="3D3D3D"/>
                </a:solidFill>
                <a:latin typeface="CVS Health Sans"/>
                <a:ea typeface="CVS Health Sans"/>
                <a:cs typeface="CVS Health Sans"/>
              </a:rPr>
              <a:t>Traditional learning-module path</a:t>
            </a:r>
          </a:p>
        </p:txBody>
      </p:sp>
      <p:sp>
        <p:nvSpPr>
          <p:cNvPr id="4" name="text-Project Excellence">
            <a:extLst>
              <a:ext uri="{FF2B5EF4-FFF2-40B4-BE49-F238E27FC236}">
                <a16:creationId xmlns:a16="http://schemas.microsoft.com/office/drawing/2014/main" id="{BB9125E3-9E59-43D8-B8D6-0BC4EF80D384}"/>
              </a:ext>
            </a:extLst>
          </p:cNvPr>
          <p:cNvSpPr>
            <a:spLocks noGrp="1"/>
          </p:cNvSpPr>
          <p:nvPr/>
        </p:nvSpPr>
        <p:spPr>
          <a:xfrm>
            <a:off x="6953250" y="1524000"/>
            <a:ext cx="4524375" cy="400050"/>
          </a:xfrm>
          <a:prstGeom prst="rect">
            <a:avLst/>
          </a:prstGeom>
          <a:noFill/>
          <a:ln w="0">
            <a:noFill/>
            <a:prstDash val="solid"/>
          </a:ln>
        </p:spPr>
        <p:txBody>
          <a:bodyPr wrap="square" lIns="28575" tIns="19050" rIns="28575" bIns="19050" anchor="ctr">
            <a:normAutofit/>
          </a:bodyPr>
          <a:lstStyle/>
          <a:p>
            <a:pPr algn="ctr">
              <a:defRPr sz="1725" b="1">
                <a:solidFill>
                  <a:srgbClr val="0B2942"/>
                </a:solidFill>
                <a:latin typeface="CVS Health Sans"/>
                <a:ea typeface="CVS Health Sans"/>
                <a:cs typeface="CVS Health Sans"/>
              </a:defRPr>
            </a:pPr>
            <a:r>
              <a:rPr sz="1725" b="1">
                <a:solidFill>
                  <a:srgbClr val="0B2942"/>
                </a:solidFill>
                <a:latin typeface="CVS Health Sans"/>
                <a:ea typeface="CVS Health Sans"/>
                <a:cs typeface="CVS Health Sans"/>
              </a:rPr>
              <a:t>Project Excellence path</a:t>
            </a:r>
          </a:p>
        </p:txBody>
      </p:sp>
      <p:sp>
        <p:nvSpPr>
          <p:cNvPr id="5" name="box-75-220">
            <a:extLst>
              <a:ext uri="{FF2B5EF4-FFF2-40B4-BE49-F238E27FC236}">
                <a16:creationId xmlns:a16="http://schemas.microsoft.com/office/drawing/2014/main" id="{81A97641-6730-4895-AA88-0D3B3180F20F}"/>
              </a:ext>
            </a:extLst>
          </p:cNvPr>
          <p:cNvSpPr>
            <a:spLocks noGrp="1"/>
          </p:cNvSpPr>
          <p:nvPr/>
        </p:nvSpPr>
        <p:spPr>
          <a:xfrm>
            <a:off x="714375" y="2095500"/>
            <a:ext cx="4524375" cy="2857500"/>
          </a:xfrm>
          <a:prstGeom prst="roundRect">
            <a:avLst>
              <a:gd name="adj" fmla="val 2667"/>
            </a:avLst>
          </a:prstGeom>
          <a:solidFill>
            <a:srgbClr val="F3F4F5"/>
          </a:solidFill>
          <a:ln w="0">
            <a:noFill/>
            <a:prstDash val="solid"/>
          </a:ln>
        </p:spPr>
      </p:sp>
      <p:sp>
        <p:nvSpPr>
          <p:cNvPr id="6" name="box-730-220">
            <a:extLst>
              <a:ext uri="{FF2B5EF4-FFF2-40B4-BE49-F238E27FC236}">
                <a16:creationId xmlns:a16="http://schemas.microsoft.com/office/drawing/2014/main" id="{C395DCA8-0B42-428E-BEBC-A457905795C8}"/>
              </a:ext>
            </a:extLst>
          </p:cNvPr>
          <p:cNvSpPr>
            <a:spLocks noGrp="1"/>
          </p:cNvSpPr>
          <p:nvPr/>
        </p:nvSpPr>
        <p:spPr>
          <a:xfrm>
            <a:off x="6953250" y="2095500"/>
            <a:ext cx="4524375" cy="2857500"/>
          </a:xfrm>
          <a:prstGeom prst="roundRect">
            <a:avLst>
              <a:gd name="adj" fmla="val 2667"/>
            </a:avLst>
          </a:prstGeom>
          <a:solidFill>
            <a:srgbClr val="FCEBEC"/>
          </a:solidFill>
          <a:ln w="0">
            <a:noFill/>
            <a:prstDash val="solid"/>
          </a:ln>
        </p:spPr>
      </p:sp>
      <p:sp>
        <p:nvSpPr>
          <p:cNvPr id="7" name="text-1">
            <a:extLst>
              <a:ext uri="{FF2B5EF4-FFF2-40B4-BE49-F238E27FC236}">
                <a16:creationId xmlns:a16="http://schemas.microsoft.com/office/drawing/2014/main" id="{20CA076F-3D8D-4A54-93D1-C93139EE2976}"/>
              </a:ext>
            </a:extLst>
          </p:cNvPr>
          <p:cNvSpPr>
            <a:spLocks noGrp="1"/>
          </p:cNvSpPr>
          <p:nvPr/>
        </p:nvSpPr>
        <p:spPr>
          <a:xfrm>
            <a:off x="1000125" y="2324100"/>
            <a:ext cx="323850" cy="323850"/>
          </a:xfrm>
          <a:prstGeom prst="rect">
            <a:avLst/>
          </a:prstGeom>
          <a:noFill/>
          <a:ln w="0">
            <a:noFill/>
            <a:prstDash val="solid"/>
          </a:ln>
        </p:spPr>
        <p:txBody>
          <a:bodyPr wrap="square" lIns="28575" tIns="19050" rIns="28575" bIns="19050" anchor="ctr">
            <a:normAutofit/>
          </a:bodyPr>
          <a:lstStyle/>
          <a:p>
            <a:pPr algn="ctr">
              <a:defRPr sz="1275" b="1">
                <a:solidFill>
                  <a:srgbClr val="CC0000"/>
                </a:solidFill>
                <a:latin typeface="CVS Health Sans"/>
                <a:ea typeface="CVS Health Sans"/>
                <a:cs typeface="CVS Health Sans"/>
              </a:defRPr>
            </a:pPr>
            <a:r>
              <a:rPr sz="1275" b="1">
                <a:solidFill>
                  <a:srgbClr val="CC0000"/>
                </a:solidFill>
                <a:latin typeface="CVS Health Sans"/>
                <a:ea typeface="CVS Health Sans"/>
                <a:cs typeface="CVS Health Sans"/>
              </a:rPr>
              <a:t>1</a:t>
            </a:r>
          </a:p>
        </p:txBody>
      </p:sp>
      <p:sp>
        <p:nvSpPr>
          <p:cNvPr id="8" name="text-Log in">
            <a:extLst>
              <a:ext uri="{FF2B5EF4-FFF2-40B4-BE49-F238E27FC236}">
                <a16:creationId xmlns:a16="http://schemas.microsoft.com/office/drawing/2014/main" id="{B2F3FEAD-017F-460E-A8F8-731ABE4C4BCD}"/>
              </a:ext>
            </a:extLst>
          </p:cNvPr>
          <p:cNvSpPr>
            <a:spLocks noGrp="1"/>
          </p:cNvSpPr>
          <p:nvPr/>
        </p:nvSpPr>
        <p:spPr>
          <a:xfrm>
            <a:off x="1428750" y="2324100"/>
            <a:ext cx="3381375" cy="323850"/>
          </a:xfrm>
          <a:prstGeom prst="rect">
            <a:avLst/>
          </a:prstGeom>
          <a:noFill/>
          <a:ln w="0">
            <a:noFill/>
            <a:prstDash val="solid"/>
          </a:ln>
        </p:spPr>
        <p:txBody>
          <a:bodyPr wrap="square" lIns="28575" tIns="19050" rIns="28575" bIns="19050" anchor="ctr">
            <a:normAutofit/>
          </a:bodyPr>
          <a:lstStyle/>
          <a:p>
            <a:pPr algn="l">
              <a:defRPr sz="1275" b="1">
                <a:solidFill>
                  <a:srgbClr val="3D3D3D"/>
                </a:solidFill>
                <a:latin typeface="CVS Health Sans"/>
                <a:ea typeface="CVS Health Sans"/>
                <a:cs typeface="CVS Health Sans"/>
              </a:defRPr>
            </a:pPr>
            <a:r>
              <a:rPr sz="1275" b="1">
                <a:solidFill>
                  <a:srgbClr val="3D3D3D"/>
                </a:solidFill>
                <a:latin typeface="CVS Health Sans"/>
                <a:ea typeface="CVS Health Sans"/>
                <a:cs typeface="CVS Health Sans"/>
              </a:rPr>
              <a:t>Log in</a:t>
            </a:r>
          </a:p>
        </p:txBody>
      </p:sp>
      <p:sp>
        <p:nvSpPr>
          <p:cNvPr id="9" name="text-2">
            <a:extLst>
              <a:ext uri="{FF2B5EF4-FFF2-40B4-BE49-F238E27FC236}">
                <a16:creationId xmlns:a16="http://schemas.microsoft.com/office/drawing/2014/main" id="{EB33FAD3-6776-41A6-B9DF-43AD8832700A}"/>
              </a:ext>
            </a:extLst>
          </p:cNvPr>
          <p:cNvSpPr>
            <a:spLocks noGrp="1"/>
          </p:cNvSpPr>
          <p:nvPr/>
        </p:nvSpPr>
        <p:spPr>
          <a:xfrm>
            <a:off x="1000125" y="2819400"/>
            <a:ext cx="323850" cy="323850"/>
          </a:xfrm>
          <a:prstGeom prst="rect">
            <a:avLst/>
          </a:prstGeom>
          <a:noFill/>
          <a:ln w="0">
            <a:noFill/>
            <a:prstDash val="solid"/>
          </a:ln>
        </p:spPr>
        <p:txBody>
          <a:bodyPr wrap="square" lIns="28575" tIns="19050" rIns="28575" bIns="19050" anchor="ctr">
            <a:normAutofit/>
          </a:bodyPr>
          <a:lstStyle/>
          <a:p>
            <a:pPr algn="ctr">
              <a:defRPr sz="1275" b="1">
                <a:solidFill>
                  <a:srgbClr val="CC0000"/>
                </a:solidFill>
                <a:latin typeface="CVS Health Sans"/>
                <a:ea typeface="CVS Health Sans"/>
                <a:cs typeface="CVS Health Sans"/>
              </a:defRPr>
            </a:pPr>
            <a:r>
              <a:rPr sz="1275" b="1">
                <a:solidFill>
                  <a:srgbClr val="CC0000"/>
                </a:solidFill>
                <a:latin typeface="CVS Health Sans"/>
                <a:ea typeface="CVS Health Sans"/>
                <a:cs typeface="CVS Health Sans"/>
              </a:rPr>
              <a:t>2</a:t>
            </a:r>
          </a:p>
        </p:txBody>
      </p:sp>
      <p:sp>
        <p:nvSpPr>
          <p:cNvPr id="10" name="text-Open the learning ">
            <a:extLst>
              <a:ext uri="{FF2B5EF4-FFF2-40B4-BE49-F238E27FC236}">
                <a16:creationId xmlns:a16="http://schemas.microsoft.com/office/drawing/2014/main" id="{5F2F7941-B8B4-40FE-B46B-E3D477E40379}"/>
              </a:ext>
            </a:extLst>
          </p:cNvPr>
          <p:cNvSpPr>
            <a:spLocks noGrp="1"/>
          </p:cNvSpPr>
          <p:nvPr/>
        </p:nvSpPr>
        <p:spPr>
          <a:xfrm>
            <a:off x="1428750" y="2819400"/>
            <a:ext cx="3381375" cy="323850"/>
          </a:xfrm>
          <a:prstGeom prst="rect">
            <a:avLst/>
          </a:prstGeom>
          <a:noFill/>
          <a:ln w="0">
            <a:noFill/>
            <a:prstDash val="solid"/>
          </a:ln>
        </p:spPr>
        <p:txBody>
          <a:bodyPr wrap="square" lIns="28575" tIns="19050" rIns="28575" bIns="19050" anchor="ctr">
            <a:normAutofit/>
          </a:bodyPr>
          <a:lstStyle/>
          <a:p>
            <a:pPr algn="l">
              <a:defRPr sz="1275" b="0">
                <a:solidFill>
                  <a:srgbClr val="3D3D3D"/>
                </a:solidFill>
                <a:latin typeface="CVS Health Sans"/>
                <a:ea typeface="CVS Health Sans"/>
                <a:cs typeface="CVS Health Sans"/>
              </a:defRPr>
            </a:pPr>
            <a:r>
              <a:rPr sz="1275" b="0">
                <a:solidFill>
                  <a:srgbClr val="3D3D3D"/>
                </a:solidFill>
                <a:latin typeface="CVS Health Sans"/>
                <a:ea typeface="CVS Health Sans"/>
                <a:cs typeface="CVS Health Sans"/>
              </a:rPr>
              <a:t>Open the learning portal</a:t>
            </a:r>
          </a:p>
        </p:txBody>
      </p:sp>
      <p:sp>
        <p:nvSpPr>
          <p:cNvPr id="11" name="text-3">
            <a:extLst>
              <a:ext uri="{FF2B5EF4-FFF2-40B4-BE49-F238E27FC236}">
                <a16:creationId xmlns:a16="http://schemas.microsoft.com/office/drawing/2014/main" id="{F65F887B-4B37-4372-9C00-71EBB419F5C7}"/>
              </a:ext>
            </a:extLst>
          </p:cNvPr>
          <p:cNvSpPr>
            <a:spLocks noGrp="1"/>
          </p:cNvSpPr>
          <p:nvPr/>
        </p:nvSpPr>
        <p:spPr>
          <a:xfrm>
            <a:off x="1000125" y="3314700"/>
            <a:ext cx="323850" cy="323850"/>
          </a:xfrm>
          <a:prstGeom prst="rect">
            <a:avLst/>
          </a:prstGeom>
          <a:noFill/>
          <a:ln w="0">
            <a:noFill/>
            <a:prstDash val="solid"/>
          </a:ln>
        </p:spPr>
        <p:txBody>
          <a:bodyPr wrap="square" lIns="28575" tIns="19050" rIns="28575" bIns="19050" anchor="ctr">
            <a:normAutofit/>
          </a:bodyPr>
          <a:lstStyle/>
          <a:p>
            <a:pPr algn="ctr">
              <a:defRPr sz="1275" b="1">
                <a:solidFill>
                  <a:srgbClr val="CC0000"/>
                </a:solidFill>
                <a:latin typeface="CVS Health Sans"/>
                <a:ea typeface="CVS Health Sans"/>
                <a:cs typeface="CVS Health Sans"/>
              </a:defRPr>
            </a:pPr>
            <a:r>
              <a:rPr sz="1275" b="1">
                <a:solidFill>
                  <a:srgbClr val="CC0000"/>
                </a:solidFill>
                <a:latin typeface="CVS Health Sans"/>
                <a:ea typeface="CVS Health Sans"/>
                <a:cs typeface="CVS Health Sans"/>
              </a:rPr>
              <a:t>3</a:t>
            </a:r>
          </a:p>
        </p:txBody>
      </p:sp>
      <p:sp>
        <p:nvSpPr>
          <p:cNvPr id="12" name="text-Search for the mod">
            <a:extLst>
              <a:ext uri="{FF2B5EF4-FFF2-40B4-BE49-F238E27FC236}">
                <a16:creationId xmlns:a16="http://schemas.microsoft.com/office/drawing/2014/main" id="{E51D798B-7D52-45A6-A25C-4619C22ED788}"/>
              </a:ext>
            </a:extLst>
          </p:cNvPr>
          <p:cNvSpPr>
            <a:spLocks noGrp="1"/>
          </p:cNvSpPr>
          <p:nvPr/>
        </p:nvSpPr>
        <p:spPr>
          <a:xfrm>
            <a:off x="1428750" y="3314700"/>
            <a:ext cx="3381375" cy="323850"/>
          </a:xfrm>
          <a:prstGeom prst="rect">
            <a:avLst/>
          </a:prstGeom>
          <a:noFill/>
          <a:ln w="0">
            <a:noFill/>
            <a:prstDash val="solid"/>
          </a:ln>
        </p:spPr>
        <p:txBody>
          <a:bodyPr wrap="square" lIns="28575" tIns="19050" rIns="28575" bIns="19050" anchor="ctr">
            <a:normAutofit/>
          </a:bodyPr>
          <a:lstStyle/>
          <a:p>
            <a:pPr algn="l">
              <a:defRPr sz="1275" b="0">
                <a:solidFill>
                  <a:srgbClr val="3D3D3D"/>
                </a:solidFill>
                <a:latin typeface="CVS Health Sans"/>
                <a:ea typeface="CVS Health Sans"/>
                <a:cs typeface="CVS Health Sans"/>
              </a:defRPr>
            </a:pPr>
            <a:r>
              <a:rPr sz="1275" b="0">
                <a:solidFill>
                  <a:srgbClr val="3D3D3D"/>
                </a:solidFill>
                <a:latin typeface="CVS Health Sans"/>
                <a:ea typeface="CVS Health Sans"/>
                <a:cs typeface="CVS Health Sans"/>
              </a:rPr>
              <a:t>Search for the module or video</a:t>
            </a:r>
          </a:p>
        </p:txBody>
      </p:sp>
      <p:sp>
        <p:nvSpPr>
          <p:cNvPr id="13" name="text-4">
            <a:extLst>
              <a:ext uri="{FF2B5EF4-FFF2-40B4-BE49-F238E27FC236}">
                <a16:creationId xmlns:a16="http://schemas.microsoft.com/office/drawing/2014/main" id="{C4A1E878-3EC7-439B-85DE-6BA832645ACC}"/>
              </a:ext>
            </a:extLst>
          </p:cNvPr>
          <p:cNvSpPr>
            <a:spLocks noGrp="1"/>
          </p:cNvSpPr>
          <p:nvPr/>
        </p:nvSpPr>
        <p:spPr>
          <a:xfrm>
            <a:off x="1000125" y="3810000"/>
            <a:ext cx="323850" cy="323850"/>
          </a:xfrm>
          <a:prstGeom prst="rect">
            <a:avLst/>
          </a:prstGeom>
          <a:noFill/>
          <a:ln w="0">
            <a:noFill/>
            <a:prstDash val="solid"/>
          </a:ln>
        </p:spPr>
        <p:txBody>
          <a:bodyPr wrap="square" lIns="28575" tIns="19050" rIns="28575" bIns="19050" anchor="ctr">
            <a:normAutofit/>
          </a:bodyPr>
          <a:lstStyle/>
          <a:p>
            <a:pPr algn="ctr">
              <a:defRPr sz="1275" b="1">
                <a:solidFill>
                  <a:srgbClr val="CC0000"/>
                </a:solidFill>
                <a:latin typeface="CVS Health Sans"/>
                <a:ea typeface="CVS Health Sans"/>
                <a:cs typeface="CVS Health Sans"/>
              </a:defRPr>
            </a:pPr>
            <a:r>
              <a:rPr sz="1275" b="1">
                <a:solidFill>
                  <a:srgbClr val="CC0000"/>
                </a:solidFill>
                <a:latin typeface="CVS Health Sans"/>
                <a:ea typeface="CVS Health Sans"/>
                <a:cs typeface="CVS Health Sans"/>
              </a:rPr>
              <a:t>4</a:t>
            </a:r>
          </a:p>
        </p:txBody>
      </p:sp>
      <p:sp>
        <p:nvSpPr>
          <p:cNvPr id="14" name="text-Watch and remember">
            <a:extLst>
              <a:ext uri="{FF2B5EF4-FFF2-40B4-BE49-F238E27FC236}">
                <a16:creationId xmlns:a16="http://schemas.microsoft.com/office/drawing/2014/main" id="{2810D905-4622-4257-82D0-32CDE61338DF}"/>
              </a:ext>
            </a:extLst>
          </p:cNvPr>
          <p:cNvSpPr>
            <a:spLocks noGrp="1"/>
          </p:cNvSpPr>
          <p:nvPr/>
        </p:nvSpPr>
        <p:spPr>
          <a:xfrm>
            <a:off x="1428750" y="3810000"/>
            <a:ext cx="3381375" cy="323850"/>
          </a:xfrm>
          <a:prstGeom prst="rect">
            <a:avLst/>
          </a:prstGeom>
          <a:noFill/>
          <a:ln w="0">
            <a:noFill/>
            <a:prstDash val="solid"/>
          </a:ln>
        </p:spPr>
        <p:txBody>
          <a:bodyPr wrap="square" lIns="28575" tIns="19050" rIns="28575" bIns="19050" anchor="ctr">
            <a:normAutofit/>
          </a:bodyPr>
          <a:lstStyle/>
          <a:p>
            <a:pPr algn="l">
              <a:defRPr sz="1275" b="0">
                <a:solidFill>
                  <a:srgbClr val="3D3D3D"/>
                </a:solidFill>
                <a:latin typeface="CVS Health Sans"/>
                <a:ea typeface="CVS Health Sans"/>
                <a:cs typeface="CVS Health Sans"/>
              </a:defRPr>
            </a:pPr>
            <a:r>
              <a:rPr sz="1275" b="0">
                <a:solidFill>
                  <a:srgbClr val="3D3D3D"/>
                </a:solidFill>
                <a:latin typeface="CVS Health Sans"/>
                <a:ea typeface="CVS Health Sans"/>
                <a:cs typeface="CVS Health Sans"/>
              </a:rPr>
              <a:t>Watch and remember</a:t>
            </a:r>
          </a:p>
        </p:txBody>
      </p:sp>
      <p:sp>
        <p:nvSpPr>
          <p:cNvPr id="15" name="text-5">
            <a:extLst>
              <a:ext uri="{FF2B5EF4-FFF2-40B4-BE49-F238E27FC236}">
                <a16:creationId xmlns:a16="http://schemas.microsoft.com/office/drawing/2014/main" id="{F8FECAA5-43E0-4C53-B51A-29C85541CDCA}"/>
              </a:ext>
            </a:extLst>
          </p:cNvPr>
          <p:cNvSpPr>
            <a:spLocks noGrp="1"/>
          </p:cNvSpPr>
          <p:nvPr/>
        </p:nvSpPr>
        <p:spPr>
          <a:xfrm>
            <a:off x="1000125" y="4305300"/>
            <a:ext cx="323850" cy="323850"/>
          </a:xfrm>
          <a:prstGeom prst="rect">
            <a:avLst/>
          </a:prstGeom>
          <a:noFill/>
          <a:ln w="0">
            <a:noFill/>
            <a:prstDash val="solid"/>
          </a:ln>
        </p:spPr>
        <p:txBody>
          <a:bodyPr wrap="square" lIns="28575" tIns="19050" rIns="28575" bIns="19050" anchor="ctr">
            <a:normAutofit/>
          </a:bodyPr>
          <a:lstStyle/>
          <a:p>
            <a:pPr algn="ctr">
              <a:defRPr sz="1275" b="1">
                <a:solidFill>
                  <a:srgbClr val="CC0000"/>
                </a:solidFill>
                <a:latin typeface="CVS Health Sans"/>
                <a:ea typeface="CVS Health Sans"/>
                <a:cs typeface="CVS Health Sans"/>
              </a:defRPr>
            </a:pPr>
            <a:r>
              <a:rPr sz="1275" b="1">
                <a:solidFill>
                  <a:srgbClr val="CC0000"/>
                </a:solidFill>
                <a:latin typeface="CVS Health Sans"/>
                <a:ea typeface="CVS Health Sans"/>
                <a:cs typeface="CVS Health Sans"/>
              </a:rPr>
              <a:t>5</a:t>
            </a:r>
          </a:p>
        </p:txBody>
      </p:sp>
      <p:sp>
        <p:nvSpPr>
          <p:cNvPr id="16" name="text-Return to the work">
            <a:extLst>
              <a:ext uri="{FF2B5EF4-FFF2-40B4-BE49-F238E27FC236}">
                <a16:creationId xmlns:a16="http://schemas.microsoft.com/office/drawing/2014/main" id="{F6A6EAD4-79BD-4DFF-8E2C-EE250910C014}"/>
              </a:ext>
            </a:extLst>
          </p:cNvPr>
          <p:cNvSpPr>
            <a:spLocks noGrp="1"/>
          </p:cNvSpPr>
          <p:nvPr/>
        </p:nvSpPr>
        <p:spPr>
          <a:xfrm>
            <a:off x="1428750" y="4305300"/>
            <a:ext cx="3381375" cy="323850"/>
          </a:xfrm>
          <a:prstGeom prst="rect">
            <a:avLst/>
          </a:prstGeom>
          <a:noFill/>
          <a:ln w="0">
            <a:noFill/>
            <a:prstDash val="solid"/>
          </a:ln>
        </p:spPr>
        <p:txBody>
          <a:bodyPr wrap="square" lIns="28575" tIns="19050" rIns="28575" bIns="19050" anchor="ctr">
            <a:normAutofit/>
          </a:bodyPr>
          <a:lstStyle/>
          <a:p>
            <a:pPr algn="l">
              <a:defRPr sz="1275" b="0">
                <a:solidFill>
                  <a:srgbClr val="3D3D3D"/>
                </a:solidFill>
                <a:latin typeface="CVS Health Sans"/>
                <a:ea typeface="CVS Health Sans"/>
                <a:cs typeface="CVS Health Sans"/>
              </a:defRPr>
            </a:pPr>
            <a:r>
              <a:rPr sz="1275" b="0">
                <a:solidFill>
                  <a:srgbClr val="3D3D3D"/>
                </a:solidFill>
                <a:latin typeface="CVS Health Sans"/>
                <a:ea typeface="CVS Health Sans"/>
                <a:cs typeface="CVS Health Sans"/>
              </a:rPr>
              <a:t>Return to the workstation</a:t>
            </a:r>
          </a:p>
        </p:txBody>
      </p:sp>
      <p:sp>
        <p:nvSpPr>
          <p:cNvPr id="17" name="text-1">
            <a:extLst>
              <a:ext uri="{FF2B5EF4-FFF2-40B4-BE49-F238E27FC236}">
                <a16:creationId xmlns:a16="http://schemas.microsoft.com/office/drawing/2014/main" id="{44064244-2E0D-4B2E-8AD2-439A6558B457}"/>
              </a:ext>
            </a:extLst>
          </p:cNvPr>
          <p:cNvSpPr>
            <a:spLocks noGrp="1"/>
          </p:cNvSpPr>
          <p:nvPr/>
        </p:nvSpPr>
        <p:spPr>
          <a:xfrm>
            <a:off x="7429500" y="2514600"/>
            <a:ext cx="400050" cy="400050"/>
          </a:xfrm>
          <a:prstGeom prst="rect">
            <a:avLst/>
          </a:prstGeom>
          <a:noFill/>
          <a:ln w="0">
            <a:noFill/>
            <a:prstDash val="solid"/>
          </a:ln>
        </p:spPr>
        <p:txBody>
          <a:bodyPr wrap="square" lIns="28575" tIns="19050" rIns="28575" bIns="19050" anchor="ctr">
            <a:normAutofit/>
          </a:bodyPr>
          <a:lstStyle/>
          <a:p>
            <a:pPr algn="ctr">
              <a:defRPr sz="1650" b="1">
                <a:solidFill>
                  <a:srgbClr val="CC0000"/>
                </a:solidFill>
                <a:latin typeface="CVS Health Sans"/>
                <a:ea typeface="CVS Health Sans"/>
                <a:cs typeface="CVS Health Sans"/>
              </a:defRPr>
            </a:pPr>
            <a:r>
              <a:rPr sz="1650" b="1">
                <a:solidFill>
                  <a:srgbClr val="CC0000"/>
                </a:solidFill>
                <a:latin typeface="CVS Health Sans"/>
                <a:ea typeface="CVS Health Sans"/>
                <a:cs typeface="CVS Health Sans"/>
              </a:rPr>
              <a:t>1</a:t>
            </a:r>
          </a:p>
        </p:txBody>
      </p:sp>
      <p:sp>
        <p:nvSpPr>
          <p:cNvPr id="18" name="text-Scan at the workst">
            <a:extLst>
              <a:ext uri="{FF2B5EF4-FFF2-40B4-BE49-F238E27FC236}">
                <a16:creationId xmlns:a16="http://schemas.microsoft.com/office/drawing/2014/main" id="{65B5D63E-3396-4C4F-94F6-FA954B7EDEB5}"/>
              </a:ext>
            </a:extLst>
          </p:cNvPr>
          <p:cNvSpPr>
            <a:spLocks noGrp="1"/>
          </p:cNvSpPr>
          <p:nvPr/>
        </p:nvSpPr>
        <p:spPr>
          <a:xfrm>
            <a:off x="8001000" y="2514600"/>
            <a:ext cx="2905125" cy="400050"/>
          </a:xfrm>
          <a:prstGeom prst="rect">
            <a:avLst/>
          </a:prstGeom>
          <a:noFill/>
          <a:ln w="0">
            <a:noFill/>
            <a:prstDash val="solid"/>
          </a:ln>
        </p:spPr>
        <p:txBody>
          <a:bodyPr wrap="square" lIns="28575" tIns="19050" rIns="28575" bIns="19050" anchor="ctr">
            <a:normAutofit/>
          </a:bodyPr>
          <a:lstStyle/>
          <a:p>
            <a:pPr algn="l">
              <a:defRPr sz="1500" b="1">
                <a:solidFill>
                  <a:srgbClr val="0B2942"/>
                </a:solidFill>
                <a:latin typeface="CVS Health Sans"/>
                <a:ea typeface="CVS Health Sans"/>
                <a:cs typeface="CVS Health Sans"/>
              </a:defRPr>
            </a:pPr>
            <a:r>
              <a:rPr sz="1500" b="1">
                <a:solidFill>
                  <a:srgbClr val="0B2942"/>
                </a:solidFill>
                <a:latin typeface="CVS Health Sans"/>
                <a:ea typeface="CVS Health Sans"/>
                <a:cs typeface="CVS Health Sans"/>
              </a:rPr>
              <a:t>Scan at the workstation</a:t>
            </a:r>
          </a:p>
        </p:txBody>
      </p:sp>
      <p:sp>
        <p:nvSpPr>
          <p:cNvPr id="19" name="text-2">
            <a:extLst>
              <a:ext uri="{FF2B5EF4-FFF2-40B4-BE49-F238E27FC236}">
                <a16:creationId xmlns:a16="http://schemas.microsoft.com/office/drawing/2014/main" id="{D47DC932-796A-40CF-9F40-8401C38A1A06}"/>
              </a:ext>
            </a:extLst>
          </p:cNvPr>
          <p:cNvSpPr>
            <a:spLocks noGrp="1"/>
          </p:cNvSpPr>
          <p:nvPr/>
        </p:nvSpPr>
        <p:spPr>
          <a:xfrm>
            <a:off x="7429500" y="3257550"/>
            <a:ext cx="400050" cy="400050"/>
          </a:xfrm>
          <a:prstGeom prst="rect">
            <a:avLst/>
          </a:prstGeom>
          <a:noFill/>
          <a:ln w="0">
            <a:noFill/>
            <a:prstDash val="solid"/>
          </a:ln>
        </p:spPr>
        <p:txBody>
          <a:bodyPr wrap="square" lIns="28575" tIns="19050" rIns="28575" bIns="19050" anchor="ctr">
            <a:normAutofit/>
          </a:bodyPr>
          <a:lstStyle/>
          <a:p>
            <a:pPr algn="ctr">
              <a:defRPr sz="1650" b="1">
                <a:solidFill>
                  <a:srgbClr val="CC0000"/>
                </a:solidFill>
                <a:latin typeface="CVS Health Sans"/>
                <a:ea typeface="CVS Health Sans"/>
                <a:cs typeface="CVS Health Sans"/>
              </a:defRPr>
            </a:pPr>
            <a:r>
              <a:rPr sz="1650" b="1">
                <a:solidFill>
                  <a:srgbClr val="CC0000"/>
                </a:solidFill>
                <a:latin typeface="CVS Health Sans"/>
                <a:ea typeface="CVS Health Sans"/>
                <a:cs typeface="CVS Health Sans"/>
              </a:rPr>
              <a:t>2</a:t>
            </a:r>
          </a:p>
        </p:txBody>
      </p:sp>
      <p:sp>
        <p:nvSpPr>
          <p:cNvPr id="20" name="text-Choose the task">
            <a:extLst>
              <a:ext uri="{FF2B5EF4-FFF2-40B4-BE49-F238E27FC236}">
                <a16:creationId xmlns:a16="http://schemas.microsoft.com/office/drawing/2014/main" id="{28088809-B921-40A8-BD08-F1E808398F2F}"/>
              </a:ext>
            </a:extLst>
          </p:cNvPr>
          <p:cNvSpPr>
            <a:spLocks noGrp="1"/>
          </p:cNvSpPr>
          <p:nvPr/>
        </p:nvSpPr>
        <p:spPr>
          <a:xfrm>
            <a:off x="8001000" y="3257550"/>
            <a:ext cx="2905125" cy="400050"/>
          </a:xfrm>
          <a:prstGeom prst="rect">
            <a:avLst/>
          </a:prstGeom>
          <a:noFill/>
          <a:ln w="0">
            <a:noFill/>
            <a:prstDash val="solid"/>
          </a:ln>
        </p:spPr>
        <p:txBody>
          <a:bodyPr wrap="square" lIns="28575" tIns="19050" rIns="28575" bIns="19050" anchor="ctr">
            <a:normAutofit/>
          </a:bodyPr>
          <a:lstStyle/>
          <a:p>
            <a:pPr algn="l">
              <a:defRPr sz="1500" b="1">
                <a:solidFill>
                  <a:srgbClr val="0B2942"/>
                </a:solidFill>
                <a:latin typeface="CVS Health Sans"/>
                <a:ea typeface="CVS Health Sans"/>
                <a:cs typeface="CVS Health Sans"/>
              </a:defRPr>
            </a:pPr>
            <a:r>
              <a:rPr sz="1500" b="1">
                <a:solidFill>
                  <a:srgbClr val="0B2942"/>
                </a:solidFill>
                <a:latin typeface="CVS Health Sans"/>
                <a:ea typeface="CVS Health Sans"/>
                <a:cs typeface="CVS Health Sans"/>
              </a:rPr>
              <a:t>Choose the task</a:t>
            </a:r>
          </a:p>
        </p:txBody>
      </p:sp>
      <p:sp>
        <p:nvSpPr>
          <p:cNvPr id="21" name="text-3">
            <a:extLst>
              <a:ext uri="{FF2B5EF4-FFF2-40B4-BE49-F238E27FC236}">
                <a16:creationId xmlns:a16="http://schemas.microsoft.com/office/drawing/2014/main" id="{BE245071-4508-4DFD-97C1-A5B161207CCA}"/>
              </a:ext>
            </a:extLst>
          </p:cNvPr>
          <p:cNvSpPr>
            <a:spLocks noGrp="1"/>
          </p:cNvSpPr>
          <p:nvPr/>
        </p:nvSpPr>
        <p:spPr>
          <a:xfrm>
            <a:off x="7429500" y="4000500"/>
            <a:ext cx="400050" cy="400050"/>
          </a:xfrm>
          <a:prstGeom prst="rect">
            <a:avLst/>
          </a:prstGeom>
          <a:noFill/>
          <a:ln w="0">
            <a:noFill/>
            <a:prstDash val="solid"/>
          </a:ln>
        </p:spPr>
        <p:txBody>
          <a:bodyPr wrap="square" lIns="28575" tIns="19050" rIns="28575" bIns="19050" anchor="ctr">
            <a:normAutofit/>
          </a:bodyPr>
          <a:lstStyle/>
          <a:p>
            <a:pPr algn="ctr">
              <a:defRPr sz="1650" b="1">
                <a:solidFill>
                  <a:srgbClr val="CC0000"/>
                </a:solidFill>
                <a:latin typeface="CVS Health Sans"/>
                <a:ea typeface="CVS Health Sans"/>
                <a:cs typeface="CVS Health Sans"/>
              </a:defRPr>
            </a:pPr>
            <a:r>
              <a:rPr sz="1650" b="1">
                <a:solidFill>
                  <a:srgbClr val="CC0000"/>
                </a:solidFill>
                <a:latin typeface="CVS Health Sans"/>
                <a:ea typeface="CVS Health Sans"/>
                <a:cs typeface="CVS Health Sans"/>
              </a:rPr>
              <a:t>3</a:t>
            </a:r>
          </a:p>
        </p:txBody>
      </p:sp>
      <p:sp>
        <p:nvSpPr>
          <p:cNvPr id="22" name="text-Follow the current">
            <a:extLst>
              <a:ext uri="{FF2B5EF4-FFF2-40B4-BE49-F238E27FC236}">
                <a16:creationId xmlns:a16="http://schemas.microsoft.com/office/drawing/2014/main" id="{E0056E43-1FB0-480A-9673-FC0045C740BA}"/>
              </a:ext>
            </a:extLst>
          </p:cNvPr>
          <p:cNvSpPr>
            <a:spLocks noGrp="1"/>
          </p:cNvSpPr>
          <p:nvPr/>
        </p:nvSpPr>
        <p:spPr>
          <a:xfrm>
            <a:off x="8001000" y="4000500"/>
            <a:ext cx="2905125" cy="400050"/>
          </a:xfrm>
          <a:prstGeom prst="rect">
            <a:avLst/>
          </a:prstGeom>
          <a:noFill/>
          <a:ln w="0">
            <a:noFill/>
            <a:prstDash val="solid"/>
          </a:ln>
        </p:spPr>
        <p:txBody>
          <a:bodyPr wrap="square" lIns="28575" tIns="19050" rIns="28575" bIns="19050" anchor="ctr">
            <a:normAutofit/>
          </a:bodyPr>
          <a:lstStyle/>
          <a:p>
            <a:pPr algn="l">
              <a:defRPr sz="1500" b="1">
                <a:solidFill>
                  <a:srgbClr val="0B2942"/>
                </a:solidFill>
                <a:latin typeface="CVS Health Sans"/>
                <a:ea typeface="CVS Health Sans"/>
                <a:cs typeface="CVS Health Sans"/>
              </a:defRPr>
            </a:pPr>
            <a:r>
              <a:rPr sz="1500" b="1">
                <a:solidFill>
                  <a:srgbClr val="0B2942"/>
                </a:solidFill>
                <a:latin typeface="CVS Health Sans"/>
                <a:ea typeface="CVS Health Sans"/>
                <a:cs typeface="CVS Health Sans"/>
              </a:rPr>
              <a:t>Follow the current step</a:t>
            </a:r>
          </a:p>
        </p:txBody>
      </p:sp>
      <p:sp>
        <p:nvSpPr>
          <p:cNvPr id="23" name="box-145-548">
            <a:extLst>
              <a:ext uri="{FF2B5EF4-FFF2-40B4-BE49-F238E27FC236}">
                <a16:creationId xmlns:a16="http://schemas.microsoft.com/office/drawing/2014/main" id="{38D4FA56-863A-4903-A090-B1A3452515C9}"/>
              </a:ext>
            </a:extLst>
          </p:cNvPr>
          <p:cNvSpPr>
            <a:spLocks noGrp="1"/>
          </p:cNvSpPr>
          <p:nvPr/>
        </p:nvSpPr>
        <p:spPr>
          <a:xfrm>
            <a:off x="1381125" y="5219700"/>
            <a:ext cx="9429750" cy="952500"/>
          </a:xfrm>
          <a:prstGeom prst="roundRect">
            <a:avLst>
              <a:gd name="adj" fmla="val 8000"/>
            </a:avLst>
          </a:prstGeom>
          <a:solidFill>
            <a:srgbClr val="EAF2F7"/>
          </a:solidFill>
          <a:ln w="0">
            <a:noFill/>
            <a:prstDash val="solid"/>
          </a:ln>
        </p:spPr>
      </p:sp>
      <p:sp>
        <p:nvSpPr>
          <p:cNvPr id="24" name="text-RESEARCH EVIDENCE">
            <a:extLst>
              <a:ext uri="{FF2B5EF4-FFF2-40B4-BE49-F238E27FC236}">
                <a16:creationId xmlns:a16="http://schemas.microsoft.com/office/drawing/2014/main" id="{529FFBE3-0101-4EC2-8B21-595F150C327E}"/>
              </a:ext>
            </a:extLst>
          </p:cNvPr>
          <p:cNvSpPr>
            <a:spLocks noGrp="1"/>
          </p:cNvSpPr>
          <p:nvPr/>
        </p:nvSpPr>
        <p:spPr>
          <a:xfrm>
            <a:off x="1666875" y="5353050"/>
            <a:ext cx="2095500" cy="247650"/>
          </a:xfrm>
          <a:prstGeom prst="rect">
            <a:avLst/>
          </a:prstGeom>
          <a:noFill/>
          <a:ln w="0">
            <a:noFill/>
            <a:prstDash val="solid"/>
          </a:ln>
        </p:spPr>
        <p:txBody>
          <a:bodyPr wrap="square" lIns="28575" tIns="19050" rIns="28575" bIns="19050" anchor="t">
            <a:normAutofit/>
          </a:bodyPr>
          <a:lstStyle/>
          <a:p>
            <a:pPr algn="l">
              <a:defRPr sz="1125" b="1">
                <a:solidFill>
                  <a:srgbClr val="CC0000"/>
                </a:solidFill>
                <a:latin typeface="CVS Health Sans"/>
                <a:ea typeface="CVS Health Sans"/>
                <a:cs typeface="CVS Health Sans"/>
              </a:defRPr>
            </a:pPr>
            <a:r>
              <a:rPr sz="1125" b="1">
                <a:solidFill>
                  <a:srgbClr val="CC0000"/>
                </a:solidFill>
                <a:latin typeface="CVS Health Sans"/>
                <a:ea typeface="CVS Health Sans"/>
                <a:cs typeface="CVS Health Sans"/>
              </a:rPr>
              <a:t>RESEARCH EVIDENCE</a:t>
            </a:r>
          </a:p>
        </p:txBody>
      </p:sp>
      <p:sp>
        <p:nvSpPr>
          <p:cNvPr id="25" name="text-Electronic point-o">
            <a:extLst>
              <a:ext uri="{FF2B5EF4-FFF2-40B4-BE49-F238E27FC236}">
                <a16:creationId xmlns:a16="http://schemas.microsoft.com/office/drawing/2014/main" id="{78F50097-7F2E-4DD6-83D8-EC4A1CB1DA62}"/>
              </a:ext>
            </a:extLst>
          </p:cNvPr>
          <p:cNvSpPr>
            <a:spLocks noGrp="1"/>
          </p:cNvSpPr>
          <p:nvPr/>
        </p:nvSpPr>
        <p:spPr>
          <a:xfrm>
            <a:off x="1666875" y="5638800"/>
            <a:ext cx="7429500" cy="381000"/>
          </a:xfrm>
          <a:prstGeom prst="rect">
            <a:avLst/>
          </a:prstGeom>
          <a:noFill/>
          <a:ln w="0">
            <a:noFill/>
            <a:prstDash val="solid"/>
          </a:ln>
        </p:spPr>
        <p:txBody>
          <a:bodyPr wrap="square" lIns="28575" tIns="19050" rIns="28575" bIns="19050" anchor="ctr">
            <a:normAutofit fontScale="86730" lnSpcReduction="10000"/>
          </a:bodyPr>
          <a:lstStyle/>
          <a:p>
            <a:pPr algn="l">
              <a:defRPr sz="1350" b="1">
                <a:solidFill>
                  <a:srgbClr val="0B2942"/>
                </a:solidFill>
                <a:latin typeface="CVS Health Sans"/>
                <a:ea typeface="CVS Health Sans"/>
                <a:cs typeface="CVS Health Sans"/>
              </a:defRPr>
            </a:pPr>
            <a:r>
              <a:rPr sz="1350" b="1">
                <a:solidFill>
                  <a:srgbClr val="0B2942"/>
                </a:solidFill>
                <a:latin typeface="CVS Health Sans"/>
                <a:ea typeface="CVS Health Sans"/>
                <a:cs typeface="CVS Health Sans"/>
              </a:rPr>
              <a:t>Electronic point-of-need support improved procedural performance and completion time compared with training alone.</a:t>
            </a:r>
          </a:p>
        </p:txBody>
      </p:sp>
      <p:sp>
        <p:nvSpPr>
          <p:cNvPr id="26" name="text-Nguyen &amp; Klein, 20">
            <a:extLst>
              <a:ext uri="{FF2B5EF4-FFF2-40B4-BE49-F238E27FC236}">
                <a16:creationId xmlns:a16="http://schemas.microsoft.com/office/drawing/2014/main" id="{9BAD2972-B965-42A8-BBA4-AF2421448599}"/>
              </a:ext>
            </a:extLst>
          </p:cNvPr>
          <p:cNvSpPr>
            <a:spLocks noGrp="1"/>
          </p:cNvSpPr>
          <p:nvPr/>
        </p:nvSpPr>
        <p:spPr>
          <a:xfrm>
            <a:off x="9096375" y="5410200"/>
            <a:ext cx="1381125" cy="247650"/>
          </a:xfrm>
          <a:prstGeom prst="rect">
            <a:avLst/>
          </a:prstGeom>
          <a:noFill/>
          <a:ln w="0">
            <a:noFill/>
            <a:prstDash val="solid"/>
          </a:ln>
        </p:spPr>
        <p:txBody>
          <a:bodyPr wrap="square" lIns="28575" tIns="19050" rIns="28575" bIns="19050" anchor="ctr">
            <a:normAutofit/>
          </a:bodyPr>
          <a:lstStyle/>
          <a:p>
            <a:pPr algn="r">
              <a:defRPr sz="975" b="1">
                <a:solidFill>
                  <a:srgbClr val="666666"/>
                </a:solidFill>
                <a:latin typeface="CVS Health Sans"/>
                <a:ea typeface="CVS Health Sans"/>
                <a:cs typeface="CVS Health Sans"/>
              </a:defRPr>
            </a:pPr>
            <a:r>
              <a:rPr sz="975" b="1">
                <a:solidFill>
                  <a:srgbClr val="666666"/>
                </a:solidFill>
                <a:latin typeface="CVS Health Sans"/>
                <a:ea typeface="CVS Health Sans"/>
                <a:cs typeface="CVS Health Sans"/>
              </a:rPr>
              <a:t>Nguyen &amp; Klein, 2008</a:t>
            </a:r>
          </a:p>
        </p:txBody>
      </p:sp>
    </p:spTree>
    <p:extLst>
      <p:ext uri="{BB962C8B-B14F-4D97-AF65-F5344CB8AC3E}">
        <p14:creationId xmlns:p14="http://schemas.microsoft.com/office/powerpoint/2010/main" val="2323720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Graphic 1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51008" y="6373368"/>
            <a:ext cx="1273813" cy="155448"/>
          </a:xfrm>
          <a:prstGeom prst="rect">
            <a:avLst/>
          </a:prstGeom>
        </p:spPr>
      </p:pic>
      <p:sp>
        <p:nvSpPr>
          <p:cNvPr id="12" name="text-Working demonstrat">
            <a:extLst>
              <a:ext uri="{FF2B5EF4-FFF2-40B4-BE49-F238E27FC236}">
                <a16:creationId xmlns:a16="http://schemas.microsoft.com/office/drawing/2014/main" id="{35B06C7A-CBEB-4410-99DF-69460D2C5CF6}"/>
              </a:ext>
            </a:extLst>
          </p:cNvPr>
          <p:cNvSpPr>
            <a:spLocks noGrp="1"/>
          </p:cNvSpPr>
          <p:nvPr/>
        </p:nvSpPr>
        <p:spPr>
          <a:xfrm>
            <a:off x="552450" y="400050"/>
            <a:ext cx="10668000" cy="514350"/>
          </a:xfrm>
          <a:prstGeom prst="rect">
            <a:avLst/>
          </a:prstGeom>
          <a:noFill/>
          <a:ln w="0">
            <a:noFill/>
            <a:prstDash val="solid"/>
          </a:ln>
        </p:spPr>
        <p:txBody>
          <a:bodyPr wrap="square" lIns="28575" tIns="19050" rIns="28575" bIns="19050" anchor="t">
            <a:normAutofit/>
          </a:bodyPr>
          <a:lstStyle/>
          <a:p>
            <a:pPr algn="l">
              <a:defRPr sz="2400" b="1">
                <a:solidFill>
                  <a:srgbClr val="3D3D3D"/>
                </a:solidFill>
                <a:latin typeface="CVS Health Sans"/>
                <a:ea typeface="CVS Health Sans"/>
                <a:cs typeface="CVS Health Sans"/>
              </a:defRPr>
            </a:pPr>
            <a:r>
              <a:rPr sz="2400" b="1">
                <a:solidFill>
                  <a:srgbClr val="3D3D3D"/>
                </a:solidFill>
                <a:latin typeface="CVS Health Sans"/>
                <a:ea typeface="CVS Health Sans"/>
                <a:cs typeface="CVS Health Sans"/>
              </a:rPr>
              <a:t>Working demonstration: scan, choose, follow</a:t>
            </a:r>
          </a:p>
        </p:txBody>
      </p:sp>
      <p:sp>
        <p:nvSpPr>
          <p:cNvPr id="13" name="text-1">
            <a:extLst>
              <a:ext uri="{FF2B5EF4-FFF2-40B4-BE49-F238E27FC236}">
                <a16:creationId xmlns:a16="http://schemas.microsoft.com/office/drawing/2014/main" id="{3CE88E27-1770-410D-B32D-6E13669FB824}"/>
              </a:ext>
            </a:extLst>
          </p:cNvPr>
          <p:cNvSpPr>
            <a:spLocks noGrp="1"/>
          </p:cNvSpPr>
          <p:nvPr/>
        </p:nvSpPr>
        <p:spPr>
          <a:xfrm>
            <a:off x="685800" y="1666875"/>
            <a:ext cx="476250" cy="476250"/>
          </a:xfrm>
          <a:prstGeom prst="rect">
            <a:avLst/>
          </a:prstGeom>
          <a:noFill/>
          <a:ln w="0">
            <a:noFill/>
            <a:prstDash val="solid"/>
          </a:ln>
        </p:spPr>
        <p:txBody>
          <a:bodyPr wrap="square" lIns="28575" tIns="19050" rIns="28575" bIns="19050" anchor="ctr">
            <a:normAutofit/>
          </a:bodyPr>
          <a:lstStyle/>
          <a:p>
            <a:pPr algn="ctr">
              <a:defRPr sz="2250" b="1">
                <a:solidFill>
                  <a:srgbClr val="CC0000"/>
                </a:solidFill>
                <a:latin typeface="CVS Health Sans"/>
                <a:ea typeface="CVS Health Sans"/>
                <a:cs typeface="CVS Health Sans"/>
              </a:defRPr>
            </a:pPr>
            <a:r>
              <a:rPr sz="2250" b="1">
                <a:solidFill>
                  <a:srgbClr val="CC0000"/>
                </a:solidFill>
                <a:latin typeface="CVS Health Sans"/>
                <a:ea typeface="CVS Health Sans"/>
                <a:cs typeface="CVS Health Sans"/>
              </a:rPr>
              <a:t>1</a:t>
            </a:r>
          </a:p>
        </p:txBody>
      </p:sp>
      <p:sp>
        <p:nvSpPr>
          <p:cNvPr id="14" name="text-Scan the QR at the">
            <a:extLst>
              <a:ext uri="{FF2B5EF4-FFF2-40B4-BE49-F238E27FC236}">
                <a16:creationId xmlns:a16="http://schemas.microsoft.com/office/drawing/2014/main" id="{D9CC369E-D7C2-43D0-B58D-8FFA8C3024CD}"/>
              </a:ext>
            </a:extLst>
          </p:cNvPr>
          <p:cNvSpPr>
            <a:spLocks noGrp="1"/>
          </p:cNvSpPr>
          <p:nvPr/>
        </p:nvSpPr>
        <p:spPr>
          <a:xfrm>
            <a:off x="1238250" y="1685925"/>
            <a:ext cx="3619500" cy="457200"/>
          </a:xfrm>
          <a:prstGeom prst="rect">
            <a:avLst/>
          </a:prstGeom>
          <a:noFill/>
          <a:ln w="0">
            <a:noFill/>
            <a:prstDash val="solid"/>
          </a:ln>
        </p:spPr>
        <p:txBody>
          <a:bodyPr wrap="square" lIns="28575" tIns="19050" rIns="28575" bIns="19050" anchor="ctr">
            <a:normAutofit/>
          </a:bodyPr>
          <a:lstStyle/>
          <a:p>
            <a:pPr algn="l">
              <a:defRPr sz="1500" b="1">
                <a:solidFill>
                  <a:srgbClr val="3D3D3D"/>
                </a:solidFill>
                <a:latin typeface="CVS Health Sans"/>
                <a:ea typeface="CVS Health Sans"/>
                <a:cs typeface="CVS Health Sans"/>
              </a:defRPr>
            </a:pPr>
            <a:r>
              <a:rPr sz="1500" b="1">
                <a:solidFill>
                  <a:srgbClr val="3D3D3D"/>
                </a:solidFill>
                <a:latin typeface="CVS Health Sans"/>
                <a:ea typeface="CVS Health Sans"/>
                <a:cs typeface="CVS Health Sans"/>
              </a:rPr>
              <a:t>Scan the QR at the workstation</a:t>
            </a:r>
          </a:p>
        </p:txBody>
      </p:sp>
      <p:sp>
        <p:nvSpPr>
          <p:cNvPr id="15" name="text-2">
            <a:extLst>
              <a:ext uri="{FF2B5EF4-FFF2-40B4-BE49-F238E27FC236}">
                <a16:creationId xmlns:a16="http://schemas.microsoft.com/office/drawing/2014/main" id="{90A74923-A509-4E74-A7E9-369BC6FDE9C2}"/>
              </a:ext>
            </a:extLst>
          </p:cNvPr>
          <p:cNvSpPr>
            <a:spLocks noGrp="1"/>
          </p:cNvSpPr>
          <p:nvPr/>
        </p:nvSpPr>
        <p:spPr>
          <a:xfrm>
            <a:off x="685800" y="2428875"/>
            <a:ext cx="476250" cy="476250"/>
          </a:xfrm>
          <a:prstGeom prst="rect">
            <a:avLst/>
          </a:prstGeom>
          <a:noFill/>
          <a:ln w="0">
            <a:noFill/>
            <a:prstDash val="solid"/>
          </a:ln>
        </p:spPr>
        <p:txBody>
          <a:bodyPr wrap="square" lIns="28575" tIns="19050" rIns="28575" bIns="19050" anchor="ctr">
            <a:normAutofit/>
          </a:bodyPr>
          <a:lstStyle/>
          <a:p>
            <a:pPr algn="ctr">
              <a:defRPr sz="2250" b="1">
                <a:solidFill>
                  <a:srgbClr val="CC0000"/>
                </a:solidFill>
                <a:latin typeface="CVS Health Sans"/>
                <a:ea typeface="CVS Health Sans"/>
                <a:cs typeface="CVS Health Sans"/>
              </a:defRPr>
            </a:pPr>
            <a:r>
              <a:rPr sz="2250" b="1">
                <a:solidFill>
                  <a:srgbClr val="CC0000"/>
                </a:solidFill>
                <a:latin typeface="CVS Health Sans"/>
                <a:ea typeface="CVS Health Sans"/>
                <a:cs typeface="CVS Health Sans"/>
              </a:rPr>
              <a:t>2</a:t>
            </a:r>
          </a:p>
        </p:txBody>
      </p:sp>
      <p:sp>
        <p:nvSpPr>
          <p:cNvPr id="16" name="text-Choose the basic t">
            <a:extLst>
              <a:ext uri="{FF2B5EF4-FFF2-40B4-BE49-F238E27FC236}">
                <a16:creationId xmlns:a16="http://schemas.microsoft.com/office/drawing/2014/main" id="{F5EC18C1-E89E-4211-9336-EE5370378D46}"/>
              </a:ext>
            </a:extLst>
          </p:cNvPr>
          <p:cNvSpPr>
            <a:spLocks noGrp="1"/>
          </p:cNvSpPr>
          <p:nvPr/>
        </p:nvSpPr>
        <p:spPr>
          <a:xfrm>
            <a:off x="1238250" y="2447925"/>
            <a:ext cx="3619500" cy="457200"/>
          </a:xfrm>
          <a:prstGeom prst="rect">
            <a:avLst/>
          </a:prstGeom>
          <a:noFill/>
          <a:ln w="0">
            <a:noFill/>
            <a:prstDash val="solid"/>
          </a:ln>
        </p:spPr>
        <p:txBody>
          <a:bodyPr wrap="square" lIns="28575" tIns="19050" rIns="28575" bIns="19050" anchor="ctr">
            <a:normAutofit/>
          </a:bodyPr>
          <a:lstStyle/>
          <a:p>
            <a:pPr algn="l">
              <a:defRPr sz="1500" b="1">
                <a:solidFill>
                  <a:srgbClr val="3D3D3D"/>
                </a:solidFill>
                <a:latin typeface="CVS Health Sans"/>
                <a:ea typeface="CVS Health Sans"/>
                <a:cs typeface="CVS Health Sans"/>
              </a:defRPr>
            </a:pPr>
            <a:r>
              <a:rPr sz="1500" b="1">
                <a:solidFill>
                  <a:srgbClr val="3D3D3D"/>
                </a:solidFill>
                <a:latin typeface="CVS Health Sans"/>
                <a:ea typeface="CVS Health Sans"/>
                <a:cs typeface="CVS Health Sans"/>
              </a:rPr>
              <a:t>Choose the basic task</a:t>
            </a:r>
          </a:p>
        </p:txBody>
      </p:sp>
      <p:sp>
        <p:nvSpPr>
          <p:cNvPr id="17" name="text-3">
            <a:extLst>
              <a:ext uri="{FF2B5EF4-FFF2-40B4-BE49-F238E27FC236}">
                <a16:creationId xmlns:a16="http://schemas.microsoft.com/office/drawing/2014/main" id="{9901CDD6-18BF-4EC0-8E44-C18C16D73DAA}"/>
              </a:ext>
            </a:extLst>
          </p:cNvPr>
          <p:cNvSpPr>
            <a:spLocks noGrp="1"/>
          </p:cNvSpPr>
          <p:nvPr/>
        </p:nvSpPr>
        <p:spPr>
          <a:xfrm>
            <a:off x="685800" y="3190875"/>
            <a:ext cx="476250" cy="476250"/>
          </a:xfrm>
          <a:prstGeom prst="rect">
            <a:avLst/>
          </a:prstGeom>
          <a:noFill/>
          <a:ln w="0">
            <a:noFill/>
            <a:prstDash val="solid"/>
          </a:ln>
        </p:spPr>
        <p:txBody>
          <a:bodyPr wrap="square" lIns="28575" tIns="19050" rIns="28575" bIns="19050" anchor="ctr">
            <a:normAutofit/>
          </a:bodyPr>
          <a:lstStyle/>
          <a:p>
            <a:pPr algn="ctr">
              <a:defRPr sz="2250" b="1">
                <a:solidFill>
                  <a:srgbClr val="CC0000"/>
                </a:solidFill>
                <a:latin typeface="CVS Health Sans"/>
                <a:ea typeface="CVS Health Sans"/>
                <a:cs typeface="CVS Health Sans"/>
              </a:defRPr>
            </a:pPr>
            <a:r>
              <a:rPr sz="2250" b="1">
                <a:solidFill>
                  <a:srgbClr val="CC0000"/>
                </a:solidFill>
                <a:latin typeface="CVS Health Sans"/>
                <a:ea typeface="CVS Health Sans"/>
                <a:cs typeface="CVS Health Sans"/>
              </a:rPr>
              <a:t>3</a:t>
            </a:r>
          </a:p>
        </p:txBody>
      </p:sp>
      <p:sp>
        <p:nvSpPr>
          <p:cNvPr id="18" name="text-Complete one step ">
            <a:extLst>
              <a:ext uri="{FF2B5EF4-FFF2-40B4-BE49-F238E27FC236}">
                <a16:creationId xmlns:a16="http://schemas.microsoft.com/office/drawing/2014/main" id="{C45BFAEA-1C12-4C2E-8065-03182AC8E4FF}"/>
              </a:ext>
            </a:extLst>
          </p:cNvPr>
          <p:cNvSpPr>
            <a:spLocks noGrp="1"/>
          </p:cNvSpPr>
          <p:nvPr/>
        </p:nvSpPr>
        <p:spPr>
          <a:xfrm>
            <a:off x="1238250" y="3209925"/>
            <a:ext cx="3619500" cy="457200"/>
          </a:xfrm>
          <a:prstGeom prst="rect">
            <a:avLst/>
          </a:prstGeom>
          <a:noFill/>
          <a:ln w="0">
            <a:noFill/>
            <a:prstDash val="solid"/>
          </a:ln>
        </p:spPr>
        <p:txBody>
          <a:bodyPr wrap="square" lIns="28575" tIns="19050" rIns="28575" bIns="19050" anchor="ctr">
            <a:normAutofit/>
          </a:bodyPr>
          <a:lstStyle/>
          <a:p>
            <a:pPr algn="l">
              <a:defRPr sz="1500" b="1">
                <a:solidFill>
                  <a:srgbClr val="3D3D3D"/>
                </a:solidFill>
                <a:latin typeface="CVS Health Sans"/>
                <a:ea typeface="CVS Health Sans"/>
                <a:cs typeface="CVS Health Sans"/>
              </a:defRPr>
            </a:pPr>
            <a:r>
              <a:rPr sz="1500" b="1">
                <a:solidFill>
                  <a:srgbClr val="3D3D3D"/>
                </a:solidFill>
                <a:latin typeface="CVS Health Sans"/>
                <a:ea typeface="CVS Health Sans"/>
                <a:cs typeface="CVS Health Sans"/>
              </a:rPr>
              <a:t>Complete one step at a time</a:t>
            </a:r>
          </a:p>
        </p:txBody>
      </p:sp>
      <p:pic>
        <p:nvPicPr>
          <p:cNvPr id="30" name="Picture 29"/>
          <p:cNvPicPr>
            <a:picLocks noChangeAspect="1"/>
          </p:cNvPicPr>
          <p:nvPr/>
        </p:nvPicPr>
        <p:blipFill>
          <a:blip r:embed="rId4"/>
          <a:stretch/>
        </p:blipFill>
        <p:spPr>
          <a:xfrm>
            <a:off x="1666875" y="4048125"/>
            <a:ext cx="1619250" cy="1619250"/>
          </a:xfrm>
          <a:prstGeom prst="rect">
            <a:avLst/>
          </a:prstGeom>
        </p:spPr>
      </p:pic>
      <p:sp>
        <p:nvSpPr>
          <p:cNvPr id="20" name="text-zachjones04.github">
            <a:extLst>
              <a:ext uri="{FF2B5EF4-FFF2-40B4-BE49-F238E27FC236}">
                <a16:creationId xmlns:a16="http://schemas.microsoft.com/office/drawing/2014/main" id="{270AF53A-36F4-4DEC-A6D3-B0E891B6DDAF}"/>
              </a:ext>
            </a:extLst>
          </p:cNvPr>
          <p:cNvSpPr>
            <a:spLocks noGrp="1"/>
          </p:cNvSpPr>
          <p:nvPr/>
        </p:nvSpPr>
        <p:spPr>
          <a:xfrm>
            <a:off x="214312" y="5781675"/>
            <a:ext cx="4524375" cy="266700"/>
          </a:xfrm>
          <a:prstGeom prst="rect">
            <a:avLst/>
          </a:prstGeom>
          <a:noFill/>
          <a:ln w="0">
            <a:noFill/>
            <a:prstDash val="solid"/>
          </a:ln>
        </p:spPr>
        <p:txBody>
          <a:bodyPr wrap="square" lIns="28575" tIns="19050" rIns="28575" bIns="19050" anchor="ctr">
            <a:normAutofit/>
          </a:bodyPr>
          <a:lstStyle/>
          <a:p>
            <a:pPr algn="ctr">
              <a:defRPr sz="975" b="0">
                <a:solidFill>
                  <a:srgbClr val="666666"/>
                </a:solidFill>
                <a:latin typeface="CVS Health Sans"/>
                <a:ea typeface="CVS Health Sans"/>
                <a:cs typeface="CVS Health Sans"/>
              </a:defRPr>
            </a:pPr>
            <a:r>
              <a:rPr sz="975" b="0" dirty="0">
                <a:solidFill>
                  <a:srgbClr val="666666"/>
                </a:solidFill>
                <a:latin typeface="CVS Health Sans"/>
                <a:ea typeface="CVS Health Sans"/>
                <a:cs typeface="CVS Health Sans"/>
              </a:rPr>
              <a:t>zachjones04.github.io/project-excellence</a:t>
            </a:r>
          </a:p>
        </p:txBody>
      </p:sp>
      <p:pic>
        <p:nvPicPr>
          <p:cNvPr id="32" name="Picture 31"/>
          <p:cNvPicPr>
            <a:picLocks noChangeAspect="1"/>
          </p:cNvPicPr>
          <p:nvPr/>
        </p:nvPicPr>
        <p:blipFill>
          <a:blip r:embed="rId5"/>
          <a:stretch/>
        </p:blipFill>
        <p:spPr>
          <a:xfrm>
            <a:off x="5476875" y="1819106"/>
            <a:ext cx="6143625" cy="3457914"/>
          </a:xfrm>
          <a:prstGeom prst="rect">
            <a:avLst/>
          </a:prstGeom>
        </p:spPr>
      </p:pic>
    </p:spTree>
    <p:extLst>
      <p:ext uri="{BB962C8B-B14F-4D97-AF65-F5344CB8AC3E}">
        <p14:creationId xmlns:p14="http://schemas.microsoft.com/office/powerpoint/2010/main" val="20597096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Graphic 1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51008" y="6373368"/>
            <a:ext cx="1273813" cy="155448"/>
          </a:xfrm>
          <a:prstGeom prst="rect">
            <a:avLst/>
          </a:prstGeom>
        </p:spPr>
      </p:pic>
      <p:sp>
        <p:nvSpPr>
          <p:cNvPr id="11" name="box-0-0">
            <a:extLst>
              <a:ext uri="{FF2B5EF4-FFF2-40B4-BE49-F238E27FC236}">
                <a16:creationId xmlns:a16="http://schemas.microsoft.com/office/drawing/2014/main" id="{B19E40E8-DADE-414C-9434-E0DF79FFB9F5}"/>
              </a:ext>
            </a:extLst>
          </p:cNvPr>
          <p:cNvSpPr>
            <a:spLocks noGrp="1"/>
          </p:cNvSpPr>
          <p:nvPr/>
        </p:nvSpPr>
        <p:spPr>
          <a:xfrm>
            <a:off x="0" y="0"/>
            <a:ext cx="12192000" cy="6858000"/>
          </a:xfrm>
          <a:prstGeom prst="rect">
            <a:avLst/>
          </a:prstGeom>
          <a:solidFill>
            <a:srgbClr val="0B2942"/>
          </a:solidFill>
          <a:ln w="0">
            <a:noFill/>
            <a:prstDash val="solid"/>
          </a:ln>
        </p:spPr>
      </p:sp>
      <p:sp>
        <p:nvSpPr>
          <p:cNvPr id="12" name="box-74-156">
            <a:extLst>
              <a:ext uri="{FF2B5EF4-FFF2-40B4-BE49-F238E27FC236}">
                <a16:creationId xmlns:a16="http://schemas.microsoft.com/office/drawing/2014/main" id="{719E5C0F-9AF6-4AA9-BC38-485BFED967B9}"/>
              </a:ext>
            </a:extLst>
          </p:cNvPr>
          <p:cNvSpPr>
            <a:spLocks noGrp="1"/>
          </p:cNvSpPr>
          <p:nvPr/>
        </p:nvSpPr>
        <p:spPr>
          <a:xfrm>
            <a:off x="704850" y="1485900"/>
            <a:ext cx="114300" cy="2971800"/>
          </a:xfrm>
          <a:prstGeom prst="rect">
            <a:avLst/>
          </a:prstGeom>
          <a:solidFill>
            <a:srgbClr val="CC0000"/>
          </a:solidFill>
          <a:ln w="0">
            <a:noFill/>
            <a:prstDash val="solid"/>
          </a:ln>
        </p:spPr>
      </p:sp>
      <p:sp>
        <p:nvSpPr>
          <p:cNvPr id="13" name="text-Training through i">
            <a:extLst>
              <a:ext uri="{FF2B5EF4-FFF2-40B4-BE49-F238E27FC236}">
                <a16:creationId xmlns:a16="http://schemas.microsoft.com/office/drawing/2014/main" id="{AD94CEC8-208E-4F97-971D-19B768ED259C}"/>
              </a:ext>
            </a:extLst>
          </p:cNvPr>
          <p:cNvSpPr>
            <a:spLocks noGrp="1"/>
          </p:cNvSpPr>
          <p:nvPr/>
        </p:nvSpPr>
        <p:spPr>
          <a:xfrm>
            <a:off x="1143000" y="1524000"/>
            <a:ext cx="8096250" cy="742950"/>
          </a:xfrm>
          <a:prstGeom prst="rect">
            <a:avLst/>
          </a:prstGeom>
          <a:noFill/>
          <a:ln w="0">
            <a:noFill/>
            <a:prstDash val="solid"/>
          </a:ln>
        </p:spPr>
        <p:txBody>
          <a:bodyPr wrap="square" lIns="28575" tIns="19050" rIns="28575" bIns="19050" anchor="t">
            <a:normAutofit/>
          </a:bodyPr>
          <a:lstStyle/>
          <a:p>
            <a:pPr algn="l">
              <a:defRPr sz="3150" b="1">
                <a:solidFill>
                  <a:srgbClr val="FFFFFF"/>
                </a:solidFill>
                <a:latin typeface="CVS Health Sans"/>
                <a:ea typeface="CVS Health Sans"/>
                <a:cs typeface="CVS Health Sans"/>
              </a:defRPr>
            </a:pPr>
            <a:r>
              <a:rPr sz="3150" b="1">
                <a:solidFill>
                  <a:srgbClr val="FFFFFF"/>
                </a:solidFill>
                <a:latin typeface="CVS Health Sans"/>
                <a:ea typeface="CVS Health Sans"/>
                <a:cs typeface="CVS Health Sans"/>
              </a:rPr>
              <a:t>Training through inclusion</a:t>
            </a:r>
          </a:p>
        </p:txBody>
      </p:sp>
      <p:sp>
        <p:nvSpPr>
          <p:cNvPr id="14" name="text-Clear instructions">
            <a:extLst>
              <a:ext uri="{FF2B5EF4-FFF2-40B4-BE49-F238E27FC236}">
                <a16:creationId xmlns:a16="http://schemas.microsoft.com/office/drawing/2014/main" id="{2DB8E1D5-33CD-4CE4-9C5A-1BF7BF1653BD}"/>
              </a:ext>
            </a:extLst>
          </p:cNvPr>
          <p:cNvSpPr>
            <a:spLocks noGrp="1"/>
          </p:cNvSpPr>
          <p:nvPr/>
        </p:nvSpPr>
        <p:spPr>
          <a:xfrm>
            <a:off x="1143000" y="2619375"/>
            <a:ext cx="6762750" cy="1524000"/>
          </a:xfrm>
          <a:prstGeom prst="rect">
            <a:avLst/>
          </a:prstGeom>
          <a:noFill/>
          <a:ln w="0">
            <a:noFill/>
            <a:prstDash val="solid"/>
          </a:ln>
        </p:spPr>
        <p:txBody>
          <a:bodyPr wrap="square" lIns="28575" tIns="19050" rIns="28575" bIns="19050" anchor="t">
            <a:normAutofit/>
          </a:bodyPr>
          <a:lstStyle/>
          <a:p>
            <a:pPr algn="l">
              <a:defRPr sz="2025" b="0">
                <a:solidFill>
                  <a:srgbClr val="FFFFFF"/>
                </a:solidFill>
                <a:latin typeface="CVS Health Sans"/>
                <a:ea typeface="CVS Health Sans"/>
                <a:cs typeface="CVS Health Sans"/>
              </a:defRPr>
            </a:pPr>
            <a:r>
              <a:rPr sz="2025" b="0" dirty="0">
                <a:solidFill>
                  <a:srgbClr val="FFFFFF"/>
                </a:solidFill>
                <a:latin typeface="CVS Health Sans"/>
                <a:ea typeface="CVS Health Sans"/>
                <a:cs typeface="CVS Health Sans"/>
              </a:rPr>
              <a:t>Clear instructions.</a:t>
            </a:r>
          </a:p>
          <a:p>
            <a:pPr algn="l">
              <a:defRPr sz="2025" b="0">
                <a:solidFill>
                  <a:srgbClr val="FFFFFF"/>
                </a:solidFill>
                <a:latin typeface="CVS Health Sans"/>
                <a:ea typeface="CVS Health Sans"/>
                <a:cs typeface="CVS Health Sans"/>
              </a:defRPr>
            </a:pPr>
            <a:r>
              <a:rPr sz="2025" b="0" dirty="0">
                <a:solidFill>
                  <a:srgbClr val="FFFFFF"/>
                </a:solidFill>
                <a:latin typeface="CVS Health Sans"/>
                <a:ea typeface="CVS Health Sans"/>
                <a:cs typeface="CVS Health Sans"/>
              </a:rPr>
              <a:t>Visual support.</a:t>
            </a:r>
          </a:p>
          <a:p>
            <a:pPr algn="l">
              <a:defRPr sz="2025" b="0">
                <a:solidFill>
                  <a:srgbClr val="FFFFFF"/>
                </a:solidFill>
                <a:latin typeface="CVS Health Sans"/>
                <a:ea typeface="CVS Health Sans"/>
                <a:cs typeface="CVS Health Sans"/>
              </a:defRPr>
            </a:pPr>
            <a:r>
              <a:rPr sz="2025" b="0" dirty="0">
                <a:solidFill>
                  <a:srgbClr val="FFFFFF"/>
                </a:solidFill>
                <a:latin typeface="CVS Health Sans"/>
                <a:ea typeface="CVS Health Sans"/>
                <a:cs typeface="CVS Health Sans"/>
              </a:rPr>
              <a:t>Confidence </a:t>
            </a:r>
            <a:r>
              <a:rPr lang="en-US" sz="2025" b="0" dirty="0">
                <a:solidFill>
                  <a:srgbClr val="FFFFFF"/>
                </a:solidFill>
                <a:latin typeface="CVS Health Sans"/>
                <a:ea typeface="CVS Health Sans"/>
                <a:cs typeface="CVS Health Sans"/>
              </a:rPr>
              <a:t>at the moment</a:t>
            </a:r>
            <a:r>
              <a:rPr sz="2025" b="0" dirty="0">
                <a:solidFill>
                  <a:srgbClr val="FFFFFF"/>
                </a:solidFill>
                <a:latin typeface="CVS Health Sans"/>
                <a:ea typeface="CVS Health Sans"/>
                <a:cs typeface="CVS Health Sans"/>
              </a:rPr>
              <a:t> of need.</a:t>
            </a:r>
          </a:p>
        </p:txBody>
      </p:sp>
      <p:sp>
        <p:nvSpPr>
          <p:cNvPr id="15" name="text-Questions?">
            <a:extLst>
              <a:ext uri="{FF2B5EF4-FFF2-40B4-BE49-F238E27FC236}">
                <a16:creationId xmlns:a16="http://schemas.microsoft.com/office/drawing/2014/main" id="{5B097670-E0E2-476E-A699-640B5A58B416}"/>
              </a:ext>
            </a:extLst>
          </p:cNvPr>
          <p:cNvSpPr>
            <a:spLocks noGrp="1"/>
          </p:cNvSpPr>
          <p:nvPr/>
        </p:nvSpPr>
        <p:spPr>
          <a:xfrm>
            <a:off x="1143000" y="5000625"/>
            <a:ext cx="4191000" cy="666750"/>
          </a:xfrm>
          <a:prstGeom prst="rect">
            <a:avLst/>
          </a:prstGeom>
          <a:noFill/>
          <a:ln w="0">
            <a:noFill/>
            <a:prstDash val="solid"/>
          </a:ln>
        </p:spPr>
        <p:txBody>
          <a:bodyPr wrap="square" lIns="28575" tIns="19050" rIns="28575" bIns="19050" anchor="t">
            <a:normAutofit/>
          </a:bodyPr>
          <a:lstStyle/>
          <a:p>
            <a:pPr algn="l">
              <a:defRPr sz="2700" b="1">
                <a:solidFill>
                  <a:srgbClr val="FFFFFF"/>
                </a:solidFill>
                <a:latin typeface="CVS Health Sans"/>
                <a:ea typeface="CVS Health Sans"/>
                <a:cs typeface="CVS Health Sans"/>
              </a:defRPr>
            </a:pPr>
            <a:r>
              <a:rPr sz="2700" b="1">
                <a:solidFill>
                  <a:srgbClr val="FFFFFF"/>
                </a:solidFill>
                <a:latin typeface="CVS Health Sans"/>
                <a:ea typeface="CVS Health Sans"/>
                <a:cs typeface="CVS Health Sans"/>
              </a:rPr>
              <a:t>Questions?</a:t>
            </a:r>
          </a:p>
        </p:txBody>
      </p:sp>
    </p:spTree>
    <p:extLst>
      <p:ext uri="{BB962C8B-B14F-4D97-AF65-F5344CB8AC3E}">
        <p14:creationId xmlns:p14="http://schemas.microsoft.com/office/powerpoint/2010/main" val="942796261"/>
      </p:ext>
    </p:extLst>
  </p:cSld>
  <p:clrMapOvr>
    <a:masterClrMapping/>
  </p:clrMapOvr>
</p:sld>
</file>

<file path=ppt/theme/theme1.xml><?xml version="1.0" encoding="utf-8"?>
<a:theme xmlns:a="http://schemas.openxmlformats.org/drawingml/2006/main" name="CVS_Health_PPT_Everyday_Widescreen_Template">
  <a:themeElements>
    <a:clrScheme name="CVS Health">
      <a:dk1>
        <a:srgbClr val="000000"/>
      </a:dk1>
      <a:lt1>
        <a:sysClr val="window" lastClr="FFFFFF"/>
      </a:lt1>
      <a:dk2>
        <a:srgbClr val="3F3F3F"/>
      </a:dk2>
      <a:lt2>
        <a:srgbClr val="C0C0C0"/>
      </a:lt2>
      <a:accent1>
        <a:srgbClr val="9E0000"/>
      </a:accent1>
      <a:accent2>
        <a:srgbClr val="CC0000"/>
      </a:accent2>
      <a:accent3>
        <a:srgbClr val="E94D4D"/>
      </a:accent3>
      <a:accent4>
        <a:srgbClr val="F7978D"/>
      </a:accent4>
      <a:accent5>
        <a:srgbClr val="646464"/>
      </a:accent5>
      <a:accent6>
        <a:srgbClr val="868686"/>
      </a:accent6>
      <a:hlink>
        <a:srgbClr val="3F3F3F"/>
      </a:hlink>
      <a:folHlink>
        <a:srgbClr val="A5A5A5"/>
      </a:folHlink>
    </a:clrScheme>
    <a:fontScheme name="CVS Fonts">
      <a:majorFont>
        <a:latin typeface="CVS Health Sans"/>
        <a:ea typeface=""/>
        <a:cs typeface=""/>
      </a:majorFont>
      <a:minorFont>
        <a:latin typeface="CVS Health Sans"/>
        <a:ea typeface=""/>
        <a:cs typeface=""/>
      </a:minorFont>
    </a:fontScheme>
    <a:fmtScheme name="CVS Health">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VS_Health_PPT_Everyday_Widescreen_Template">
  <a:themeElements>
    <a:clrScheme name="CVS Health">
      <a:dk1>
        <a:srgbClr val="000000"/>
      </a:dk1>
      <a:lt1>
        <a:sysClr val="window" lastClr="FFFFFF"/>
      </a:lt1>
      <a:dk2>
        <a:srgbClr val="3F3F3F"/>
      </a:dk2>
      <a:lt2>
        <a:srgbClr val="C0C0C0"/>
      </a:lt2>
      <a:accent1>
        <a:srgbClr val="9E0000"/>
      </a:accent1>
      <a:accent2>
        <a:srgbClr val="CC0000"/>
      </a:accent2>
      <a:accent3>
        <a:srgbClr val="E94D4D"/>
      </a:accent3>
      <a:accent4>
        <a:srgbClr val="F7978D"/>
      </a:accent4>
      <a:accent5>
        <a:srgbClr val="646464"/>
      </a:accent5>
      <a:accent6>
        <a:srgbClr val="868686"/>
      </a:accent6>
      <a:hlink>
        <a:srgbClr val="3F3F3F"/>
      </a:hlink>
      <a:folHlink>
        <a:srgbClr val="A5A5A5"/>
      </a:folHlink>
    </a:clrScheme>
    <a:fontScheme name="CVS Fonts">
      <a:majorFont>
        <a:latin typeface="CVS Health Sans"/>
        <a:ea typeface=""/>
        <a:cs typeface=""/>
      </a:majorFont>
      <a:minorFont>
        <a:latin typeface="CVS Health Sans"/>
        <a:ea typeface=""/>
        <a:cs typeface=""/>
      </a:minorFont>
    </a:fontScheme>
    <a:fmtScheme name="CVS Health">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2059</Words>
  <Application>Microsoft Office PowerPoint</Application>
  <DocSecurity>0</DocSecurity>
  <PresentationFormat>Custom</PresentationFormat>
  <Paragraphs>118</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CVS Health Sans</vt:lpstr>
      <vt:lpstr>CVS Health Sans Medium</vt:lpstr>
      <vt:lpstr>CVS_Health_PPT_Everyday_Widescreen_Template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Zach Jones</cp:lastModifiedBy>
  <cp:revision>1</cp:revision>
  <dcterms:created xsi:type="dcterms:W3CDTF">2026-07-15T17:46:28Z</dcterms:created>
  <dcterms:modified xsi:type="dcterms:W3CDTF">2026-07-15T19:56:47Z</dcterms:modified>
</cp:coreProperties>
</file>